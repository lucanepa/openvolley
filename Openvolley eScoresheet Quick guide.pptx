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9" r:id="rId14"/>
    <p:sldId id="270" r:id="rId15"/>
    <p:sldId id="272" r:id="rId16"/>
    <p:sldId id="273" r:id="rId17"/>
    <p:sldId id="274" r:id="rId18"/>
    <p:sldId id="275" r:id="rId19"/>
    <p:sldId id="276" r:id="rId20"/>
    <p:sldId id="277" r:id="rId21"/>
    <p:sldId id="278" r:id="rId22"/>
    <p:sldId id="279" r:id="rId23"/>
    <p:sldId id="280" r:id="rId24"/>
    <p:sldId id="281" r:id="rId25"/>
    <p:sldId id="283" r:id="rId26"/>
    <p:sldId id="284" r:id="rId27"/>
    <p:sldId id="285" r:id="rId28"/>
    <p:sldId id="286" r:id="rId29"/>
    <p:sldId id="287" r:id="rId30"/>
    <p:sldId id="288"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985" autoAdjust="0"/>
    <p:restoredTop sz="94660"/>
  </p:normalViewPr>
  <p:slideViewPr>
    <p:cSldViewPr snapToGrid="0">
      <p:cViewPr varScale="1">
        <p:scale>
          <a:sx n="82" d="100"/>
          <a:sy n="82" d="100"/>
        </p:scale>
        <p:origin x="48" y="5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460678-A8A2-47C1-8190-0F81AF423C1A}" type="datetimeFigureOut">
              <a:rPr lang="en-GB" smtClean="0"/>
              <a:t>15/01/2026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FC883C5-F321-4850-85DC-2BE6CF21B3C6}" type="slidenum">
              <a:rPr lang="en-GB" smtClean="0"/>
              <a:t>‹#›</a:t>
            </a:fld>
            <a:endParaRPr lang="en-GB"/>
          </a:p>
        </p:txBody>
      </p:sp>
    </p:spTree>
    <p:extLst>
      <p:ext uri="{BB962C8B-B14F-4D97-AF65-F5344CB8AC3E}">
        <p14:creationId xmlns:p14="http://schemas.microsoft.com/office/powerpoint/2010/main" val="16537632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4FC883C5-F321-4850-85DC-2BE6CF21B3C6}" type="slidenum">
              <a:rPr lang="en-GB" smtClean="0"/>
              <a:t>16</a:t>
            </a:fld>
            <a:endParaRPr lang="en-GB"/>
          </a:p>
        </p:txBody>
      </p:sp>
    </p:spTree>
    <p:extLst>
      <p:ext uri="{BB962C8B-B14F-4D97-AF65-F5344CB8AC3E}">
        <p14:creationId xmlns:p14="http://schemas.microsoft.com/office/powerpoint/2010/main" val="20414580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161590-2A8F-217B-55AC-0832CB29FC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CD4E16-3B1C-F5DD-7D48-F18A00C2B8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1853D9-4351-55A7-7576-F2851EA03DCB}"/>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E7365160-E8F6-5C57-C18D-86DA036BF3AC}"/>
              </a:ext>
            </a:extLst>
          </p:cNvPr>
          <p:cNvSpPr>
            <a:spLocks noGrp="1"/>
          </p:cNvSpPr>
          <p:nvPr>
            <p:ph type="sldNum" sz="quarter" idx="5"/>
          </p:nvPr>
        </p:nvSpPr>
        <p:spPr/>
        <p:txBody>
          <a:bodyPr/>
          <a:lstStyle/>
          <a:p>
            <a:fld id="{4FC883C5-F321-4850-85DC-2BE6CF21B3C6}" type="slidenum">
              <a:rPr lang="en-GB" smtClean="0"/>
              <a:t>17</a:t>
            </a:fld>
            <a:endParaRPr lang="en-GB"/>
          </a:p>
        </p:txBody>
      </p:sp>
    </p:spTree>
    <p:extLst>
      <p:ext uri="{BB962C8B-B14F-4D97-AF65-F5344CB8AC3E}">
        <p14:creationId xmlns:p14="http://schemas.microsoft.com/office/powerpoint/2010/main" val="9459776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477698-BA18-C6BE-2D45-1208B493A5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26B7A4-98D6-E2C8-BFD7-2F1F6DBA9E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0C93C4-2F81-0A73-E206-CD3D4F3E3AF8}"/>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6D6D83B2-8223-EA07-F8F9-414CE4CD5AAF}"/>
              </a:ext>
            </a:extLst>
          </p:cNvPr>
          <p:cNvSpPr>
            <a:spLocks noGrp="1"/>
          </p:cNvSpPr>
          <p:nvPr>
            <p:ph type="sldNum" sz="quarter" idx="5"/>
          </p:nvPr>
        </p:nvSpPr>
        <p:spPr/>
        <p:txBody>
          <a:bodyPr/>
          <a:lstStyle/>
          <a:p>
            <a:fld id="{4FC883C5-F321-4850-85DC-2BE6CF21B3C6}" type="slidenum">
              <a:rPr lang="en-GB" smtClean="0"/>
              <a:t>18</a:t>
            </a:fld>
            <a:endParaRPr lang="en-GB"/>
          </a:p>
        </p:txBody>
      </p:sp>
    </p:spTree>
    <p:extLst>
      <p:ext uri="{BB962C8B-B14F-4D97-AF65-F5344CB8AC3E}">
        <p14:creationId xmlns:p14="http://schemas.microsoft.com/office/powerpoint/2010/main" val="6231885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8BD44B-F997-9597-1503-C649E9D64B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2261E0-12D0-6556-ECB8-B8402A562F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9DB80E-554B-E61C-A96E-204B9618558C}"/>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FDF2787C-1BA6-B549-DA40-59783E6C8673}"/>
              </a:ext>
            </a:extLst>
          </p:cNvPr>
          <p:cNvSpPr>
            <a:spLocks noGrp="1"/>
          </p:cNvSpPr>
          <p:nvPr>
            <p:ph type="sldNum" sz="quarter" idx="5"/>
          </p:nvPr>
        </p:nvSpPr>
        <p:spPr/>
        <p:txBody>
          <a:bodyPr/>
          <a:lstStyle/>
          <a:p>
            <a:fld id="{4FC883C5-F321-4850-85DC-2BE6CF21B3C6}" type="slidenum">
              <a:rPr lang="en-GB" smtClean="0"/>
              <a:t>19</a:t>
            </a:fld>
            <a:endParaRPr lang="en-GB"/>
          </a:p>
        </p:txBody>
      </p:sp>
    </p:spTree>
    <p:extLst>
      <p:ext uri="{BB962C8B-B14F-4D97-AF65-F5344CB8AC3E}">
        <p14:creationId xmlns:p14="http://schemas.microsoft.com/office/powerpoint/2010/main" val="552748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FBD33A-97DD-2311-7B65-2BB0D1F3E8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C9999A-D2AC-1B5B-BC00-C18F6F1E94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C34809-7AFA-B834-C8D2-FD093A9C386B}"/>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5BD51658-9AA0-8C71-D4E1-300B2D38E2C4}"/>
              </a:ext>
            </a:extLst>
          </p:cNvPr>
          <p:cNvSpPr>
            <a:spLocks noGrp="1"/>
          </p:cNvSpPr>
          <p:nvPr>
            <p:ph type="sldNum" sz="quarter" idx="5"/>
          </p:nvPr>
        </p:nvSpPr>
        <p:spPr/>
        <p:txBody>
          <a:bodyPr/>
          <a:lstStyle/>
          <a:p>
            <a:fld id="{4FC883C5-F321-4850-85DC-2BE6CF21B3C6}" type="slidenum">
              <a:rPr lang="en-GB" smtClean="0"/>
              <a:t>20</a:t>
            </a:fld>
            <a:endParaRPr lang="en-GB"/>
          </a:p>
        </p:txBody>
      </p:sp>
    </p:spTree>
    <p:extLst>
      <p:ext uri="{BB962C8B-B14F-4D97-AF65-F5344CB8AC3E}">
        <p14:creationId xmlns:p14="http://schemas.microsoft.com/office/powerpoint/2010/main" val="631490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FDC62F-8B7D-1D94-5801-018EEAFFD8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EDDFA4-BB3B-0EC0-EB27-2664E25DAA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877554-CAC5-22FF-1F5A-2EF6CA1B40D6}"/>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34C9BEFF-AC1E-74FC-2C24-BBC8CE633006}"/>
              </a:ext>
            </a:extLst>
          </p:cNvPr>
          <p:cNvSpPr>
            <a:spLocks noGrp="1"/>
          </p:cNvSpPr>
          <p:nvPr>
            <p:ph type="sldNum" sz="quarter" idx="5"/>
          </p:nvPr>
        </p:nvSpPr>
        <p:spPr/>
        <p:txBody>
          <a:bodyPr/>
          <a:lstStyle/>
          <a:p>
            <a:fld id="{4FC883C5-F321-4850-85DC-2BE6CF21B3C6}" type="slidenum">
              <a:rPr lang="en-GB" smtClean="0"/>
              <a:t>21</a:t>
            </a:fld>
            <a:endParaRPr lang="en-GB"/>
          </a:p>
        </p:txBody>
      </p:sp>
    </p:spTree>
    <p:extLst>
      <p:ext uri="{BB962C8B-B14F-4D97-AF65-F5344CB8AC3E}">
        <p14:creationId xmlns:p14="http://schemas.microsoft.com/office/powerpoint/2010/main" val="22704087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E19886-A2E0-88DB-0B6E-B28F5E5A2E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DE59D2-6726-0AF8-3083-E6402E9146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2E5C2A-B4FD-414F-8519-1396672741F6}"/>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6524720F-A4F3-E574-6560-1C075A5C84E0}"/>
              </a:ext>
            </a:extLst>
          </p:cNvPr>
          <p:cNvSpPr>
            <a:spLocks noGrp="1"/>
          </p:cNvSpPr>
          <p:nvPr>
            <p:ph type="sldNum" sz="quarter" idx="5"/>
          </p:nvPr>
        </p:nvSpPr>
        <p:spPr/>
        <p:txBody>
          <a:bodyPr/>
          <a:lstStyle/>
          <a:p>
            <a:fld id="{4FC883C5-F321-4850-85DC-2BE6CF21B3C6}" type="slidenum">
              <a:rPr lang="en-GB" smtClean="0"/>
              <a:t>22</a:t>
            </a:fld>
            <a:endParaRPr lang="en-GB"/>
          </a:p>
        </p:txBody>
      </p:sp>
    </p:spTree>
    <p:extLst>
      <p:ext uri="{BB962C8B-B14F-4D97-AF65-F5344CB8AC3E}">
        <p14:creationId xmlns:p14="http://schemas.microsoft.com/office/powerpoint/2010/main" val="8258218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F1AD60-1DB5-217E-FF17-C649584E13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B1D5BF-E29E-B4EC-9939-ECF740C017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6EF230-9CD0-716F-494C-A9C94A66044C}"/>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346F1B42-ACB1-8FA6-7B76-5DBD7F611F38}"/>
              </a:ext>
            </a:extLst>
          </p:cNvPr>
          <p:cNvSpPr>
            <a:spLocks noGrp="1"/>
          </p:cNvSpPr>
          <p:nvPr>
            <p:ph type="sldNum" sz="quarter" idx="5"/>
          </p:nvPr>
        </p:nvSpPr>
        <p:spPr/>
        <p:txBody>
          <a:bodyPr/>
          <a:lstStyle/>
          <a:p>
            <a:fld id="{4FC883C5-F321-4850-85DC-2BE6CF21B3C6}" type="slidenum">
              <a:rPr lang="en-GB" smtClean="0"/>
              <a:t>23</a:t>
            </a:fld>
            <a:endParaRPr lang="en-GB"/>
          </a:p>
        </p:txBody>
      </p:sp>
    </p:spTree>
    <p:extLst>
      <p:ext uri="{BB962C8B-B14F-4D97-AF65-F5344CB8AC3E}">
        <p14:creationId xmlns:p14="http://schemas.microsoft.com/office/powerpoint/2010/main" val="12881270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072BDB-4111-E4E3-285F-AA7225DA36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B7EB48-6546-81D0-8C12-12B5DC37C0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17BF89-745B-A542-5787-20A043F57E36}"/>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9ED7C0C3-74FC-9DF1-1762-AAD29E8E9425}"/>
              </a:ext>
            </a:extLst>
          </p:cNvPr>
          <p:cNvSpPr>
            <a:spLocks noGrp="1"/>
          </p:cNvSpPr>
          <p:nvPr>
            <p:ph type="sldNum" sz="quarter" idx="5"/>
          </p:nvPr>
        </p:nvSpPr>
        <p:spPr/>
        <p:txBody>
          <a:bodyPr/>
          <a:lstStyle/>
          <a:p>
            <a:fld id="{4FC883C5-F321-4850-85DC-2BE6CF21B3C6}" type="slidenum">
              <a:rPr lang="en-GB" smtClean="0"/>
              <a:t>24</a:t>
            </a:fld>
            <a:endParaRPr lang="en-GB"/>
          </a:p>
        </p:txBody>
      </p:sp>
    </p:spTree>
    <p:extLst>
      <p:ext uri="{BB962C8B-B14F-4D97-AF65-F5344CB8AC3E}">
        <p14:creationId xmlns:p14="http://schemas.microsoft.com/office/powerpoint/2010/main" val="25973892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82E954-75C2-EE1C-F536-C2E9ECF3AB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739B18-DA12-5469-28CB-135466E1D1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18705F-C648-4C0C-45B2-F9C372D934B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2B853FBF-37C6-EB21-62C5-19EF976C003A}"/>
              </a:ext>
            </a:extLst>
          </p:cNvPr>
          <p:cNvSpPr>
            <a:spLocks noGrp="1"/>
          </p:cNvSpPr>
          <p:nvPr>
            <p:ph type="sldNum" sz="quarter" idx="5"/>
          </p:nvPr>
        </p:nvSpPr>
        <p:spPr/>
        <p:txBody>
          <a:bodyPr/>
          <a:lstStyle/>
          <a:p>
            <a:fld id="{4FC883C5-F321-4850-85DC-2BE6CF21B3C6}" type="slidenum">
              <a:rPr lang="en-GB" smtClean="0"/>
              <a:t>25</a:t>
            </a:fld>
            <a:endParaRPr lang="en-GB"/>
          </a:p>
        </p:txBody>
      </p:sp>
    </p:spTree>
    <p:extLst>
      <p:ext uri="{BB962C8B-B14F-4D97-AF65-F5344CB8AC3E}">
        <p14:creationId xmlns:p14="http://schemas.microsoft.com/office/powerpoint/2010/main" val="1517341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BB091-499B-FE41-FDE8-1299D83B85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D72FC9-0C02-BB79-7FA6-B5D215F1D1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FEB6CC-08C5-4923-EDF5-BA388000BE91}"/>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B4AB131A-137A-8A9C-E24E-C183E5E8033A}"/>
              </a:ext>
            </a:extLst>
          </p:cNvPr>
          <p:cNvSpPr>
            <a:spLocks noGrp="1"/>
          </p:cNvSpPr>
          <p:nvPr>
            <p:ph type="sldNum" sz="quarter" idx="5"/>
          </p:nvPr>
        </p:nvSpPr>
        <p:spPr/>
        <p:txBody>
          <a:bodyPr/>
          <a:lstStyle/>
          <a:p>
            <a:fld id="{4FC883C5-F321-4850-85DC-2BE6CF21B3C6}" type="slidenum">
              <a:rPr lang="en-GB" smtClean="0"/>
              <a:t>26</a:t>
            </a:fld>
            <a:endParaRPr lang="en-GB"/>
          </a:p>
        </p:txBody>
      </p:sp>
    </p:spTree>
    <p:extLst>
      <p:ext uri="{BB962C8B-B14F-4D97-AF65-F5344CB8AC3E}">
        <p14:creationId xmlns:p14="http://schemas.microsoft.com/office/powerpoint/2010/main" val="12251721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EBDAE9-569B-61B2-1899-79C064449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592B1E-ABAF-ACE6-C0F6-8464ED154E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2F01FE-E529-FAE4-D190-9FC96E605BBC}"/>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EE4F4563-98C1-7473-1F34-80477915ECD0}"/>
              </a:ext>
            </a:extLst>
          </p:cNvPr>
          <p:cNvSpPr>
            <a:spLocks noGrp="1"/>
          </p:cNvSpPr>
          <p:nvPr>
            <p:ph type="sldNum" sz="quarter" idx="5"/>
          </p:nvPr>
        </p:nvSpPr>
        <p:spPr/>
        <p:txBody>
          <a:bodyPr/>
          <a:lstStyle/>
          <a:p>
            <a:fld id="{4FC883C5-F321-4850-85DC-2BE6CF21B3C6}" type="slidenum">
              <a:rPr lang="en-GB" smtClean="0"/>
              <a:t>27</a:t>
            </a:fld>
            <a:endParaRPr lang="en-GB"/>
          </a:p>
        </p:txBody>
      </p:sp>
    </p:spTree>
    <p:extLst>
      <p:ext uri="{BB962C8B-B14F-4D97-AF65-F5344CB8AC3E}">
        <p14:creationId xmlns:p14="http://schemas.microsoft.com/office/powerpoint/2010/main" val="39990264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60C717-CC09-2DBC-52FB-553CE7EEB0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58A20A-8091-6EC2-4883-69A75D1D4B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79949E-E6CD-3C4F-8997-E865DA8D521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9493C917-1F3A-531D-9B5F-A3B8527B96D3}"/>
              </a:ext>
            </a:extLst>
          </p:cNvPr>
          <p:cNvSpPr>
            <a:spLocks noGrp="1"/>
          </p:cNvSpPr>
          <p:nvPr>
            <p:ph type="sldNum" sz="quarter" idx="5"/>
          </p:nvPr>
        </p:nvSpPr>
        <p:spPr/>
        <p:txBody>
          <a:bodyPr/>
          <a:lstStyle/>
          <a:p>
            <a:fld id="{4FC883C5-F321-4850-85DC-2BE6CF21B3C6}" type="slidenum">
              <a:rPr lang="en-GB" smtClean="0"/>
              <a:t>28</a:t>
            </a:fld>
            <a:endParaRPr lang="en-GB"/>
          </a:p>
        </p:txBody>
      </p:sp>
    </p:spTree>
    <p:extLst>
      <p:ext uri="{BB962C8B-B14F-4D97-AF65-F5344CB8AC3E}">
        <p14:creationId xmlns:p14="http://schemas.microsoft.com/office/powerpoint/2010/main" val="39109966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E95312-34BA-DAA2-7D63-6D257FD505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7B9ABE-FB35-1A0C-699C-F5C521CB59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B8BC6D-C5FC-7360-0EBF-B6C2550B1EDB}"/>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387DEF33-8BF9-0479-7737-EA1EA8F94B03}"/>
              </a:ext>
            </a:extLst>
          </p:cNvPr>
          <p:cNvSpPr>
            <a:spLocks noGrp="1"/>
          </p:cNvSpPr>
          <p:nvPr>
            <p:ph type="sldNum" sz="quarter" idx="5"/>
          </p:nvPr>
        </p:nvSpPr>
        <p:spPr/>
        <p:txBody>
          <a:bodyPr/>
          <a:lstStyle/>
          <a:p>
            <a:fld id="{4FC883C5-F321-4850-85DC-2BE6CF21B3C6}" type="slidenum">
              <a:rPr lang="en-GB" smtClean="0"/>
              <a:t>29</a:t>
            </a:fld>
            <a:endParaRPr lang="en-GB"/>
          </a:p>
        </p:txBody>
      </p:sp>
    </p:spTree>
    <p:extLst>
      <p:ext uri="{BB962C8B-B14F-4D97-AF65-F5344CB8AC3E}">
        <p14:creationId xmlns:p14="http://schemas.microsoft.com/office/powerpoint/2010/main" val="22248803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A11CA7-BD81-1AF0-9338-60838BA390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65F385-8579-9822-6D73-A43C18F95F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D42F08-4A90-CF99-CE13-BB527D52B775}"/>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25C64CF6-FF10-CCA0-C7CB-6A33416D74C9}"/>
              </a:ext>
            </a:extLst>
          </p:cNvPr>
          <p:cNvSpPr>
            <a:spLocks noGrp="1"/>
          </p:cNvSpPr>
          <p:nvPr>
            <p:ph type="sldNum" sz="quarter" idx="5"/>
          </p:nvPr>
        </p:nvSpPr>
        <p:spPr/>
        <p:txBody>
          <a:bodyPr/>
          <a:lstStyle/>
          <a:p>
            <a:fld id="{4FC883C5-F321-4850-85DC-2BE6CF21B3C6}" type="slidenum">
              <a:rPr lang="en-GB" smtClean="0"/>
              <a:t>30</a:t>
            </a:fld>
            <a:endParaRPr lang="en-GB"/>
          </a:p>
        </p:txBody>
      </p:sp>
    </p:spTree>
    <p:extLst>
      <p:ext uri="{BB962C8B-B14F-4D97-AF65-F5344CB8AC3E}">
        <p14:creationId xmlns:p14="http://schemas.microsoft.com/office/powerpoint/2010/main" val="7003393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794E3-AB76-92CC-E08D-13A926602B6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F56A16E5-318C-5AA0-6B32-BA3E2C49AC6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2C853ADB-2E37-30D4-E41D-8DA9512C3E1B}"/>
              </a:ext>
            </a:extLst>
          </p:cNvPr>
          <p:cNvSpPr>
            <a:spLocks noGrp="1"/>
          </p:cNvSpPr>
          <p:nvPr>
            <p:ph type="dt" sz="half" idx="10"/>
          </p:nvPr>
        </p:nvSpPr>
        <p:spPr/>
        <p:txBody>
          <a:bodyPr/>
          <a:lstStyle/>
          <a:p>
            <a:fld id="{E9EFD30E-EA31-48C8-851F-5BE335D43D0E}" type="datetimeFigureOut">
              <a:rPr lang="en-GB" smtClean="0"/>
              <a:t>15/01/2026</a:t>
            </a:fld>
            <a:endParaRPr lang="en-GB"/>
          </a:p>
        </p:txBody>
      </p:sp>
      <p:sp>
        <p:nvSpPr>
          <p:cNvPr id="5" name="Footer Placeholder 4">
            <a:extLst>
              <a:ext uri="{FF2B5EF4-FFF2-40B4-BE49-F238E27FC236}">
                <a16:creationId xmlns:a16="http://schemas.microsoft.com/office/drawing/2014/main" id="{98598650-9047-6013-5CB2-5E3D6413C45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D68CBFC-2D18-F1D5-691B-DBE89D16FD48}"/>
              </a:ext>
            </a:extLst>
          </p:cNvPr>
          <p:cNvSpPr>
            <a:spLocks noGrp="1"/>
          </p:cNvSpPr>
          <p:nvPr>
            <p:ph type="sldNum" sz="quarter" idx="12"/>
          </p:nvPr>
        </p:nvSpPr>
        <p:spPr/>
        <p:txBody>
          <a:bodyPr/>
          <a:lstStyle/>
          <a:p>
            <a:fld id="{BD192174-5C79-444F-BE4D-585B2F0BA11B}" type="slidenum">
              <a:rPr lang="en-GB" smtClean="0"/>
              <a:t>‹#›</a:t>
            </a:fld>
            <a:endParaRPr lang="en-GB"/>
          </a:p>
        </p:txBody>
      </p:sp>
    </p:spTree>
    <p:extLst>
      <p:ext uri="{BB962C8B-B14F-4D97-AF65-F5344CB8AC3E}">
        <p14:creationId xmlns:p14="http://schemas.microsoft.com/office/powerpoint/2010/main" val="16286736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E0033E-72FC-003F-B280-1E942D0F3802}"/>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A1A39D19-9438-A94B-AA51-B757C317B0B1}"/>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6F4E394E-85ED-3FCB-07B6-EB5D11C1DA9D}"/>
              </a:ext>
            </a:extLst>
          </p:cNvPr>
          <p:cNvSpPr>
            <a:spLocks noGrp="1"/>
          </p:cNvSpPr>
          <p:nvPr>
            <p:ph type="dt" sz="half" idx="10"/>
          </p:nvPr>
        </p:nvSpPr>
        <p:spPr/>
        <p:txBody>
          <a:bodyPr/>
          <a:lstStyle/>
          <a:p>
            <a:fld id="{E9EFD30E-EA31-48C8-851F-5BE335D43D0E}" type="datetimeFigureOut">
              <a:rPr lang="en-GB" smtClean="0"/>
              <a:t>15/01/2026</a:t>
            </a:fld>
            <a:endParaRPr lang="en-GB"/>
          </a:p>
        </p:txBody>
      </p:sp>
      <p:sp>
        <p:nvSpPr>
          <p:cNvPr id="5" name="Footer Placeholder 4">
            <a:extLst>
              <a:ext uri="{FF2B5EF4-FFF2-40B4-BE49-F238E27FC236}">
                <a16:creationId xmlns:a16="http://schemas.microsoft.com/office/drawing/2014/main" id="{52914EFF-178A-04EF-75A0-61DBB29CB48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FB8A057-8251-EBB0-74B5-AC07BA9BB35A}"/>
              </a:ext>
            </a:extLst>
          </p:cNvPr>
          <p:cNvSpPr>
            <a:spLocks noGrp="1"/>
          </p:cNvSpPr>
          <p:nvPr>
            <p:ph type="sldNum" sz="quarter" idx="12"/>
          </p:nvPr>
        </p:nvSpPr>
        <p:spPr/>
        <p:txBody>
          <a:bodyPr/>
          <a:lstStyle/>
          <a:p>
            <a:fld id="{BD192174-5C79-444F-BE4D-585B2F0BA11B}" type="slidenum">
              <a:rPr lang="en-GB" smtClean="0"/>
              <a:t>‹#›</a:t>
            </a:fld>
            <a:endParaRPr lang="en-GB"/>
          </a:p>
        </p:txBody>
      </p:sp>
    </p:spTree>
    <p:extLst>
      <p:ext uri="{BB962C8B-B14F-4D97-AF65-F5344CB8AC3E}">
        <p14:creationId xmlns:p14="http://schemas.microsoft.com/office/powerpoint/2010/main" val="19645722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E02B1D-375B-E712-4FBA-33AC002F9C1C}"/>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4F63C9AC-FD4A-98E1-5355-418350A31DD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D3EE2584-370B-6159-534F-CD2E591FE48F}"/>
              </a:ext>
            </a:extLst>
          </p:cNvPr>
          <p:cNvSpPr>
            <a:spLocks noGrp="1"/>
          </p:cNvSpPr>
          <p:nvPr>
            <p:ph type="dt" sz="half" idx="10"/>
          </p:nvPr>
        </p:nvSpPr>
        <p:spPr/>
        <p:txBody>
          <a:bodyPr/>
          <a:lstStyle/>
          <a:p>
            <a:fld id="{E9EFD30E-EA31-48C8-851F-5BE335D43D0E}" type="datetimeFigureOut">
              <a:rPr lang="en-GB" smtClean="0"/>
              <a:t>15/01/2026</a:t>
            </a:fld>
            <a:endParaRPr lang="en-GB"/>
          </a:p>
        </p:txBody>
      </p:sp>
      <p:sp>
        <p:nvSpPr>
          <p:cNvPr id="5" name="Footer Placeholder 4">
            <a:extLst>
              <a:ext uri="{FF2B5EF4-FFF2-40B4-BE49-F238E27FC236}">
                <a16:creationId xmlns:a16="http://schemas.microsoft.com/office/drawing/2014/main" id="{2451568E-5680-EC2E-8394-E394DC1C6BC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3082089-F28A-BAF3-7C71-243D249CBE23}"/>
              </a:ext>
            </a:extLst>
          </p:cNvPr>
          <p:cNvSpPr>
            <a:spLocks noGrp="1"/>
          </p:cNvSpPr>
          <p:nvPr>
            <p:ph type="sldNum" sz="quarter" idx="12"/>
          </p:nvPr>
        </p:nvSpPr>
        <p:spPr/>
        <p:txBody>
          <a:bodyPr/>
          <a:lstStyle/>
          <a:p>
            <a:fld id="{BD192174-5C79-444F-BE4D-585B2F0BA11B}" type="slidenum">
              <a:rPr lang="en-GB" smtClean="0"/>
              <a:t>‹#›</a:t>
            </a:fld>
            <a:endParaRPr lang="en-GB"/>
          </a:p>
        </p:txBody>
      </p:sp>
    </p:spTree>
    <p:extLst>
      <p:ext uri="{BB962C8B-B14F-4D97-AF65-F5344CB8AC3E}">
        <p14:creationId xmlns:p14="http://schemas.microsoft.com/office/powerpoint/2010/main" val="3057756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B0FD40-F0E4-0B9E-56E5-F78FF996F4FC}"/>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6AE1A0B7-9E80-72EC-E98B-0E4F34CB71D9}"/>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33B98C21-7436-BDD5-FFEF-AA28E5AF57C3}"/>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F37F2575-16D2-EBCA-80EC-30DEF5A862A8}"/>
              </a:ext>
            </a:extLst>
          </p:cNvPr>
          <p:cNvSpPr>
            <a:spLocks noGrp="1"/>
          </p:cNvSpPr>
          <p:nvPr>
            <p:ph type="dt" sz="half" idx="10"/>
          </p:nvPr>
        </p:nvSpPr>
        <p:spPr/>
        <p:txBody>
          <a:bodyPr/>
          <a:lstStyle/>
          <a:p>
            <a:fld id="{E9EFD30E-EA31-48C8-851F-5BE335D43D0E}" type="datetimeFigureOut">
              <a:rPr lang="en-GB" smtClean="0"/>
              <a:t>15/01/2026</a:t>
            </a:fld>
            <a:endParaRPr lang="en-GB"/>
          </a:p>
        </p:txBody>
      </p:sp>
      <p:sp>
        <p:nvSpPr>
          <p:cNvPr id="6" name="Footer Placeholder 5">
            <a:extLst>
              <a:ext uri="{FF2B5EF4-FFF2-40B4-BE49-F238E27FC236}">
                <a16:creationId xmlns:a16="http://schemas.microsoft.com/office/drawing/2014/main" id="{19320145-97E7-05D6-C35B-E92BD25B873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0A7AF3F-A1F6-4E5D-A1F6-7807537643FB}"/>
              </a:ext>
            </a:extLst>
          </p:cNvPr>
          <p:cNvSpPr>
            <a:spLocks noGrp="1"/>
          </p:cNvSpPr>
          <p:nvPr>
            <p:ph type="sldNum" sz="quarter" idx="12"/>
          </p:nvPr>
        </p:nvSpPr>
        <p:spPr/>
        <p:txBody>
          <a:bodyPr/>
          <a:lstStyle/>
          <a:p>
            <a:fld id="{BD192174-5C79-444F-BE4D-585B2F0BA11B}" type="slidenum">
              <a:rPr lang="en-GB" smtClean="0"/>
              <a:t>‹#›</a:t>
            </a:fld>
            <a:endParaRPr lang="en-GB"/>
          </a:p>
        </p:txBody>
      </p:sp>
    </p:spTree>
    <p:extLst>
      <p:ext uri="{BB962C8B-B14F-4D97-AF65-F5344CB8AC3E}">
        <p14:creationId xmlns:p14="http://schemas.microsoft.com/office/powerpoint/2010/main" val="19860539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61AACC-5552-E884-4BD6-467412A210D8}"/>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6CD882F1-C2B5-5C70-98E7-EB7BED2CFF2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2FC57F55-ECAE-759D-BC6D-1241B0130837}"/>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E2FB913D-0D6C-80BB-920C-77DC78C7D8A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51F29536-4834-C89E-D3C2-F9D0A30974D1}"/>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38DDA35D-7E7F-1947-53EB-D7E495846EA1}"/>
              </a:ext>
            </a:extLst>
          </p:cNvPr>
          <p:cNvSpPr>
            <a:spLocks noGrp="1"/>
          </p:cNvSpPr>
          <p:nvPr>
            <p:ph type="dt" sz="half" idx="10"/>
          </p:nvPr>
        </p:nvSpPr>
        <p:spPr/>
        <p:txBody>
          <a:bodyPr/>
          <a:lstStyle/>
          <a:p>
            <a:fld id="{E9EFD30E-EA31-48C8-851F-5BE335D43D0E}" type="datetimeFigureOut">
              <a:rPr lang="en-GB" smtClean="0"/>
              <a:t>15/01/2026</a:t>
            </a:fld>
            <a:endParaRPr lang="en-GB"/>
          </a:p>
        </p:txBody>
      </p:sp>
      <p:sp>
        <p:nvSpPr>
          <p:cNvPr id="8" name="Footer Placeholder 7">
            <a:extLst>
              <a:ext uri="{FF2B5EF4-FFF2-40B4-BE49-F238E27FC236}">
                <a16:creationId xmlns:a16="http://schemas.microsoft.com/office/drawing/2014/main" id="{F0F04761-B6AB-7609-8296-F186CDE0718E}"/>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DD27426F-A68D-3166-754F-3EBA5964552C}"/>
              </a:ext>
            </a:extLst>
          </p:cNvPr>
          <p:cNvSpPr>
            <a:spLocks noGrp="1"/>
          </p:cNvSpPr>
          <p:nvPr>
            <p:ph type="sldNum" sz="quarter" idx="12"/>
          </p:nvPr>
        </p:nvSpPr>
        <p:spPr/>
        <p:txBody>
          <a:bodyPr/>
          <a:lstStyle/>
          <a:p>
            <a:fld id="{BD192174-5C79-444F-BE4D-585B2F0BA11B}" type="slidenum">
              <a:rPr lang="en-GB" smtClean="0"/>
              <a:t>‹#›</a:t>
            </a:fld>
            <a:endParaRPr lang="en-GB"/>
          </a:p>
        </p:txBody>
      </p:sp>
    </p:spTree>
    <p:extLst>
      <p:ext uri="{BB962C8B-B14F-4D97-AF65-F5344CB8AC3E}">
        <p14:creationId xmlns:p14="http://schemas.microsoft.com/office/powerpoint/2010/main" val="30375724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6E43DF-3563-0B83-1FD1-EF2640279F8A}"/>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83A6649C-8EC6-69E1-6921-11F2372DB137}"/>
              </a:ext>
            </a:extLst>
          </p:cNvPr>
          <p:cNvSpPr>
            <a:spLocks noGrp="1"/>
          </p:cNvSpPr>
          <p:nvPr>
            <p:ph type="dt" sz="half" idx="10"/>
          </p:nvPr>
        </p:nvSpPr>
        <p:spPr/>
        <p:txBody>
          <a:bodyPr/>
          <a:lstStyle/>
          <a:p>
            <a:fld id="{E9EFD30E-EA31-48C8-851F-5BE335D43D0E}" type="datetimeFigureOut">
              <a:rPr lang="en-GB" smtClean="0"/>
              <a:t>15/01/2026</a:t>
            </a:fld>
            <a:endParaRPr lang="en-GB"/>
          </a:p>
        </p:txBody>
      </p:sp>
      <p:sp>
        <p:nvSpPr>
          <p:cNvPr id="4" name="Footer Placeholder 3">
            <a:extLst>
              <a:ext uri="{FF2B5EF4-FFF2-40B4-BE49-F238E27FC236}">
                <a16:creationId xmlns:a16="http://schemas.microsoft.com/office/drawing/2014/main" id="{19E64358-E77A-287D-E1B4-147B3CB04C61}"/>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AF11B5E8-4482-E967-2D63-63B688CBA181}"/>
              </a:ext>
            </a:extLst>
          </p:cNvPr>
          <p:cNvSpPr>
            <a:spLocks noGrp="1"/>
          </p:cNvSpPr>
          <p:nvPr>
            <p:ph type="sldNum" sz="quarter" idx="12"/>
          </p:nvPr>
        </p:nvSpPr>
        <p:spPr/>
        <p:txBody>
          <a:bodyPr/>
          <a:lstStyle/>
          <a:p>
            <a:fld id="{BD192174-5C79-444F-BE4D-585B2F0BA11B}" type="slidenum">
              <a:rPr lang="en-GB" smtClean="0"/>
              <a:t>‹#›</a:t>
            </a:fld>
            <a:endParaRPr lang="en-GB"/>
          </a:p>
        </p:txBody>
      </p:sp>
    </p:spTree>
    <p:extLst>
      <p:ext uri="{BB962C8B-B14F-4D97-AF65-F5344CB8AC3E}">
        <p14:creationId xmlns:p14="http://schemas.microsoft.com/office/powerpoint/2010/main" val="27512906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1B0210B-48A3-3B2A-B03C-366884E74993}"/>
              </a:ext>
            </a:extLst>
          </p:cNvPr>
          <p:cNvSpPr>
            <a:spLocks noGrp="1"/>
          </p:cNvSpPr>
          <p:nvPr>
            <p:ph type="dt" sz="half" idx="10"/>
          </p:nvPr>
        </p:nvSpPr>
        <p:spPr/>
        <p:txBody>
          <a:bodyPr/>
          <a:lstStyle/>
          <a:p>
            <a:fld id="{E9EFD30E-EA31-48C8-851F-5BE335D43D0E}" type="datetimeFigureOut">
              <a:rPr lang="en-GB" smtClean="0"/>
              <a:t>15/01/2026</a:t>
            </a:fld>
            <a:endParaRPr lang="en-GB"/>
          </a:p>
        </p:txBody>
      </p:sp>
      <p:sp>
        <p:nvSpPr>
          <p:cNvPr id="3" name="Footer Placeholder 2">
            <a:extLst>
              <a:ext uri="{FF2B5EF4-FFF2-40B4-BE49-F238E27FC236}">
                <a16:creationId xmlns:a16="http://schemas.microsoft.com/office/drawing/2014/main" id="{C6318D8A-9AFF-0F3E-E568-767A57B81FCB}"/>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F495B6A1-0DBF-D282-6DB5-CDE82B8C5E3B}"/>
              </a:ext>
            </a:extLst>
          </p:cNvPr>
          <p:cNvSpPr>
            <a:spLocks noGrp="1"/>
          </p:cNvSpPr>
          <p:nvPr>
            <p:ph type="sldNum" sz="quarter" idx="12"/>
          </p:nvPr>
        </p:nvSpPr>
        <p:spPr/>
        <p:txBody>
          <a:bodyPr/>
          <a:lstStyle/>
          <a:p>
            <a:fld id="{BD192174-5C79-444F-BE4D-585B2F0BA11B}" type="slidenum">
              <a:rPr lang="en-GB" smtClean="0"/>
              <a:t>‹#›</a:t>
            </a:fld>
            <a:endParaRPr lang="en-GB"/>
          </a:p>
        </p:txBody>
      </p:sp>
    </p:spTree>
    <p:extLst>
      <p:ext uri="{BB962C8B-B14F-4D97-AF65-F5344CB8AC3E}">
        <p14:creationId xmlns:p14="http://schemas.microsoft.com/office/powerpoint/2010/main" val="18803301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B8030-AD4F-3A8E-BE35-D729D062D52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93310664-8D3E-D3A9-5290-0C6C42A0E53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979EFD75-34F7-9776-2DEF-E389E951D6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53CAF4C9-1A2A-8E96-8796-E0616B020026}"/>
              </a:ext>
            </a:extLst>
          </p:cNvPr>
          <p:cNvSpPr>
            <a:spLocks noGrp="1"/>
          </p:cNvSpPr>
          <p:nvPr>
            <p:ph type="dt" sz="half" idx="10"/>
          </p:nvPr>
        </p:nvSpPr>
        <p:spPr/>
        <p:txBody>
          <a:bodyPr/>
          <a:lstStyle/>
          <a:p>
            <a:fld id="{E9EFD30E-EA31-48C8-851F-5BE335D43D0E}" type="datetimeFigureOut">
              <a:rPr lang="en-GB" smtClean="0"/>
              <a:t>15/01/2026</a:t>
            </a:fld>
            <a:endParaRPr lang="en-GB"/>
          </a:p>
        </p:txBody>
      </p:sp>
      <p:sp>
        <p:nvSpPr>
          <p:cNvPr id="6" name="Footer Placeholder 5">
            <a:extLst>
              <a:ext uri="{FF2B5EF4-FFF2-40B4-BE49-F238E27FC236}">
                <a16:creationId xmlns:a16="http://schemas.microsoft.com/office/drawing/2014/main" id="{2A3E69E7-C27A-F5CF-48C1-9D2A961EE36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AF65746-1356-F66D-FB94-0E5F44AA2A72}"/>
              </a:ext>
            </a:extLst>
          </p:cNvPr>
          <p:cNvSpPr>
            <a:spLocks noGrp="1"/>
          </p:cNvSpPr>
          <p:nvPr>
            <p:ph type="sldNum" sz="quarter" idx="12"/>
          </p:nvPr>
        </p:nvSpPr>
        <p:spPr/>
        <p:txBody>
          <a:bodyPr/>
          <a:lstStyle/>
          <a:p>
            <a:fld id="{BD192174-5C79-444F-BE4D-585B2F0BA11B}" type="slidenum">
              <a:rPr lang="en-GB" smtClean="0"/>
              <a:t>‹#›</a:t>
            </a:fld>
            <a:endParaRPr lang="en-GB"/>
          </a:p>
        </p:txBody>
      </p:sp>
    </p:spTree>
    <p:extLst>
      <p:ext uri="{BB962C8B-B14F-4D97-AF65-F5344CB8AC3E}">
        <p14:creationId xmlns:p14="http://schemas.microsoft.com/office/powerpoint/2010/main" val="23920519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30C061-F8FC-458D-5771-3E7BA180236E}"/>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51C68BFA-ED5B-0641-CF7A-FB275D63F46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3EB70FD0-DC4E-5154-14EC-015370585B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93FBD3D-DE0E-1F78-F150-D6A8937B962E}"/>
              </a:ext>
            </a:extLst>
          </p:cNvPr>
          <p:cNvSpPr>
            <a:spLocks noGrp="1"/>
          </p:cNvSpPr>
          <p:nvPr>
            <p:ph type="dt" sz="half" idx="10"/>
          </p:nvPr>
        </p:nvSpPr>
        <p:spPr/>
        <p:txBody>
          <a:bodyPr/>
          <a:lstStyle/>
          <a:p>
            <a:fld id="{E9EFD30E-EA31-48C8-851F-5BE335D43D0E}" type="datetimeFigureOut">
              <a:rPr lang="en-GB" smtClean="0"/>
              <a:t>15/01/2026</a:t>
            </a:fld>
            <a:endParaRPr lang="en-GB"/>
          </a:p>
        </p:txBody>
      </p:sp>
      <p:sp>
        <p:nvSpPr>
          <p:cNvPr id="6" name="Footer Placeholder 5">
            <a:extLst>
              <a:ext uri="{FF2B5EF4-FFF2-40B4-BE49-F238E27FC236}">
                <a16:creationId xmlns:a16="http://schemas.microsoft.com/office/drawing/2014/main" id="{F706E5DA-FD19-9870-49FB-97866DAEBE5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B1FBBE1-8CCC-C405-CFC3-617C8B92E167}"/>
              </a:ext>
            </a:extLst>
          </p:cNvPr>
          <p:cNvSpPr>
            <a:spLocks noGrp="1"/>
          </p:cNvSpPr>
          <p:nvPr>
            <p:ph type="sldNum" sz="quarter" idx="12"/>
          </p:nvPr>
        </p:nvSpPr>
        <p:spPr/>
        <p:txBody>
          <a:bodyPr/>
          <a:lstStyle/>
          <a:p>
            <a:fld id="{BD192174-5C79-444F-BE4D-585B2F0BA11B}" type="slidenum">
              <a:rPr lang="en-GB" smtClean="0"/>
              <a:t>‹#›</a:t>
            </a:fld>
            <a:endParaRPr lang="en-GB"/>
          </a:p>
        </p:txBody>
      </p:sp>
    </p:spTree>
    <p:extLst>
      <p:ext uri="{BB962C8B-B14F-4D97-AF65-F5344CB8AC3E}">
        <p14:creationId xmlns:p14="http://schemas.microsoft.com/office/powerpoint/2010/main" val="25016803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4A58B6-A40C-F715-FD0A-6238228C8B45}"/>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743D2F87-62DC-6583-9EB8-A10582007769}"/>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903537ED-E3C8-C132-6485-9B4F0B0E046F}"/>
              </a:ext>
            </a:extLst>
          </p:cNvPr>
          <p:cNvSpPr>
            <a:spLocks noGrp="1"/>
          </p:cNvSpPr>
          <p:nvPr>
            <p:ph type="dt" sz="half" idx="10"/>
          </p:nvPr>
        </p:nvSpPr>
        <p:spPr/>
        <p:txBody>
          <a:bodyPr/>
          <a:lstStyle/>
          <a:p>
            <a:fld id="{E9EFD30E-EA31-48C8-851F-5BE335D43D0E}" type="datetimeFigureOut">
              <a:rPr lang="en-GB" smtClean="0"/>
              <a:t>15/01/2026</a:t>
            </a:fld>
            <a:endParaRPr lang="en-GB"/>
          </a:p>
        </p:txBody>
      </p:sp>
      <p:sp>
        <p:nvSpPr>
          <p:cNvPr id="5" name="Footer Placeholder 4">
            <a:extLst>
              <a:ext uri="{FF2B5EF4-FFF2-40B4-BE49-F238E27FC236}">
                <a16:creationId xmlns:a16="http://schemas.microsoft.com/office/drawing/2014/main" id="{64E95E36-1425-9BAD-6949-CD18F0303D2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64BC940-4FB1-BC81-1F33-19E7CF2F1051}"/>
              </a:ext>
            </a:extLst>
          </p:cNvPr>
          <p:cNvSpPr>
            <a:spLocks noGrp="1"/>
          </p:cNvSpPr>
          <p:nvPr>
            <p:ph type="sldNum" sz="quarter" idx="12"/>
          </p:nvPr>
        </p:nvSpPr>
        <p:spPr/>
        <p:txBody>
          <a:bodyPr/>
          <a:lstStyle/>
          <a:p>
            <a:fld id="{BD192174-5C79-444F-BE4D-585B2F0BA11B}" type="slidenum">
              <a:rPr lang="en-GB" smtClean="0"/>
              <a:t>‹#›</a:t>
            </a:fld>
            <a:endParaRPr lang="en-GB"/>
          </a:p>
        </p:txBody>
      </p:sp>
    </p:spTree>
    <p:extLst>
      <p:ext uri="{BB962C8B-B14F-4D97-AF65-F5344CB8AC3E}">
        <p14:creationId xmlns:p14="http://schemas.microsoft.com/office/powerpoint/2010/main" val="41638558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5529FF8-FC98-6B04-E4C0-B2759334BC0B}"/>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C2252BF4-FC43-7BE1-CC5A-480B710893D3}"/>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F8555717-5432-D0DB-72AC-AC7765B22EE0}"/>
              </a:ext>
            </a:extLst>
          </p:cNvPr>
          <p:cNvSpPr>
            <a:spLocks noGrp="1"/>
          </p:cNvSpPr>
          <p:nvPr>
            <p:ph type="dt" sz="half" idx="10"/>
          </p:nvPr>
        </p:nvSpPr>
        <p:spPr/>
        <p:txBody>
          <a:bodyPr/>
          <a:lstStyle/>
          <a:p>
            <a:fld id="{E9EFD30E-EA31-48C8-851F-5BE335D43D0E}" type="datetimeFigureOut">
              <a:rPr lang="en-GB" smtClean="0"/>
              <a:t>15/01/2026</a:t>
            </a:fld>
            <a:endParaRPr lang="en-GB"/>
          </a:p>
        </p:txBody>
      </p:sp>
      <p:sp>
        <p:nvSpPr>
          <p:cNvPr id="5" name="Footer Placeholder 4">
            <a:extLst>
              <a:ext uri="{FF2B5EF4-FFF2-40B4-BE49-F238E27FC236}">
                <a16:creationId xmlns:a16="http://schemas.microsoft.com/office/drawing/2014/main" id="{13A8D962-23EC-36D7-0AB8-C6E57F91253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038BEAE-A84C-EAF2-8DA9-38CDF1B0F24C}"/>
              </a:ext>
            </a:extLst>
          </p:cNvPr>
          <p:cNvSpPr>
            <a:spLocks noGrp="1"/>
          </p:cNvSpPr>
          <p:nvPr>
            <p:ph type="sldNum" sz="quarter" idx="12"/>
          </p:nvPr>
        </p:nvSpPr>
        <p:spPr/>
        <p:txBody>
          <a:bodyPr/>
          <a:lstStyle/>
          <a:p>
            <a:fld id="{BD192174-5C79-444F-BE4D-585B2F0BA11B}" type="slidenum">
              <a:rPr lang="en-GB" smtClean="0"/>
              <a:t>‹#›</a:t>
            </a:fld>
            <a:endParaRPr lang="en-GB"/>
          </a:p>
        </p:txBody>
      </p:sp>
    </p:spTree>
    <p:extLst>
      <p:ext uri="{BB962C8B-B14F-4D97-AF65-F5344CB8AC3E}">
        <p14:creationId xmlns:p14="http://schemas.microsoft.com/office/powerpoint/2010/main" val="14144041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9B714C6-899E-6CAF-E6A2-419F88A97BB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E3DDA582-5514-62A7-91F2-01ABFCE9ED1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53A041F8-AEF7-4103-0752-D6703E0987D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9EFD30E-EA31-48C8-851F-5BE335D43D0E}" type="datetimeFigureOut">
              <a:rPr lang="en-GB" smtClean="0"/>
              <a:t>15/01/2026</a:t>
            </a:fld>
            <a:endParaRPr lang="en-GB"/>
          </a:p>
        </p:txBody>
      </p:sp>
      <p:sp>
        <p:nvSpPr>
          <p:cNvPr id="5" name="Footer Placeholder 4">
            <a:extLst>
              <a:ext uri="{FF2B5EF4-FFF2-40B4-BE49-F238E27FC236}">
                <a16:creationId xmlns:a16="http://schemas.microsoft.com/office/drawing/2014/main" id="{85F86263-B9C2-CF84-AE7E-B4EA7019A69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2F02CF06-600F-803B-8B5C-5CBCE1491D5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D192174-5C79-444F-BE4D-585B2F0BA11B}" type="slidenum">
              <a:rPr lang="en-GB" smtClean="0"/>
              <a:t>‹#›</a:t>
            </a:fld>
            <a:endParaRPr lang="en-GB"/>
          </a:p>
        </p:txBody>
      </p:sp>
    </p:spTree>
    <p:extLst>
      <p:ext uri="{BB962C8B-B14F-4D97-AF65-F5344CB8AC3E}">
        <p14:creationId xmlns:p14="http://schemas.microsoft.com/office/powerpoint/2010/main" val="13341209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2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34.png"/><Relationship Id="rId4" Type="http://schemas.openxmlformats.org/officeDocument/2006/relationships/image" Target="../media/image33.png"/></Relationships>
</file>

<file path=ppt/slides/_rels/slide2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36.png"/></Relationships>
</file>

<file path=ppt/slides/_rels/slide2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38.png"/></Relationships>
</file>

<file path=ppt/slides/_rels/slide2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43.png"/></Relationships>
</file>

<file path=ppt/slides/_rels/slide2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43.png"/></Relationships>
</file>

<file path=ppt/slides/_rels/slide2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75DD31-27B4-94E4-3891-134DED0EB214}"/>
              </a:ext>
            </a:extLst>
          </p:cNvPr>
          <p:cNvSpPr>
            <a:spLocks noGrp="1"/>
          </p:cNvSpPr>
          <p:nvPr>
            <p:ph type="ctrTitle"/>
          </p:nvPr>
        </p:nvSpPr>
        <p:spPr>
          <a:xfrm>
            <a:off x="1524000" y="336347"/>
            <a:ext cx="9144000" cy="1099935"/>
          </a:xfrm>
        </p:spPr>
        <p:txBody>
          <a:bodyPr/>
          <a:lstStyle/>
          <a:p>
            <a:r>
              <a:rPr lang="en-US" dirty="0" err="1"/>
              <a:t>Openvolley</a:t>
            </a:r>
            <a:r>
              <a:rPr lang="en-US" dirty="0"/>
              <a:t> </a:t>
            </a:r>
            <a:r>
              <a:rPr lang="en-US" dirty="0" err="1"/>
              <a:t>eScoresheet</a:t>
            </a:r>
            <a:endParaRPr lang="en-GB" dirty="0"/>
          </a:p>
        </p:txBody>
      </p:sp>
      <p:sp>
        <p:nvSpPr>
          <p:cNvPr id="3" name="Subtitle 2">
            <a:extLst>
              <a:ext uri="{FF2B5EF4-FFF2-40B4-BE49-F238E27FC236}">
                <a16:creationId xmlns:a16="http://schemas.microsoft.com/office/drawing/2014/main" id="{1D3729D8-5DDB-6826-8D8F-6E1DDEAAD9D7}"/>
              </a:ext>
            </a:extLst>
          </p:cNvPr>
          <p:cNvSpPr>
            <a:spLocks noGrp="1"/>
          </p:cNvSpPr>
          <p:nvPr>
            <p:ph type="subTitle" idx="1"/>
          </p:nvPr>
        </p:nvSpPr>
        <p:spPr>
          <a:xfrm>
            <a:off x="1524000" y="5815716"/>
            <a:ext cx="9144000" cy="569053"/>
          </a:xfrm>
        </p:spPr>
        <p:txBody>
          <a:bodyPr/>
          <a:lstStyle/>
          <a:p>
            <a:r>
              <a:rPr lang="en-US" dirty="0">
                <a:latin typeface="+mj-lt"/>
              </a:rPr>
              <a:t>Quick guide</a:t>
            </a:r>
            <a:endParaRPr lang="en-GB" dirty="0">
              <a:latin typeface="+mj-lt"/>
            </a:endParaRPr>
          </a:p>
        </p:txBody>
      </p:sp>
      <p:pic>
        <p:nvPicPr>
          <p:cNvPr id="5" name="Picture 4" descr="A logo of a volleyball&#10;&#10;AI-generated content may be incorrect.">
            <a:extLst>
              <a:ext uri="{FF2B5EF4-FFF2-40B4-BE49-F238E27FC236}">
                <a16:creationId xmlns:a16="http://schemas.microsoft.com/office/drawing/2014/main" id="{AA9322D3-049E-E184-CA0B-13A9EE8239B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28872" y="1632329"/>
            <a:ext cx="4134255" cy="4134255"/>
          </a:xfrm>
          <a:prstGeom prst="rect">
            <a:avLst/>
          </a:prstGeom>
        </p:spPr>
      </p:pic>
    </p:spTree>
    <p:extLst>
      <p:ext uri="{BB962C8B-B14F-4D97-AF65-F5344CB8AC3E}">
        <p14:creationId xmlns:p14="http://schemas.microsoft.com/office/powerpoint/2010/main" val="12397446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9AAAA1-7349-C464-1CFD-BE751827AC96}"/>
            </a:ext>
          </a:extLst>
        </p:cNvPr>
        <p:cNvGrpSpPr/>
        <p:nvPr/>
      </p:nvGrpSpPr>
      <p:grpSpPr>
        <a:xfrm>
          <a:off x="0" y="0"/>
          <a:ext cx="0" cy="0"/>
          <a:chOff x="0" y="0"/>
          <a:chExt cx="0" cy="0"/>
        </a:xfrm>
      </p:grpSpPr>
      <p:pic>
        <p:nvPicPr>
          <p:cNvPr id="10" name="Picture 9" descr="A screenshot of a video game&#10;&#10;AI-generated content may be incorrect.">
            <a:extLst>
              <a:ext uri="{FF2B5EF4-FFF2-40B4-BE49-F238E27FC236}">
                <a16:creationId xmlns:a16="http://schemas.microsoft.com/office/drawing/2014/main" id="{F4B03B8F-B4DE-FC32-DAF7-C89C08AB2C8F}"/>
              </a:ext>
            </a:extLst>
          </p:cNvPr>
          <p:cNvPicPr>
            <a:picLocks noChangeAspect="1"/>
          </p:cNvPicPr>
          <p:nvPr/>
        </p:nvPicPr>
        <p:blipFill>
          <a:blip r:embed="rId2"/>
          <a:stretch>
            <a:fillRect/>
          </a:stretch>
        </p:blipFill>
        <p:spPr>
          <a:xfrm>
            <a:off x="0" y="527259"/>
            <a:ext cx="12192000" cy="6398547"/>
          </a:xfrm>
          <a:prstGeom prst="rect">
            <a:avLst/>
          </a:prstGeom>
        </p:spPr>
      </p:pic>
      <p:sp>
        <p:nvSpPr>
          <p:cNvPr id="12" name="Rectangle 11">
            <a:extLst>
              <a:ext uri="{FF2B5EF4-FFF2-40B4-BE49-F238E27FC236}">
                <a16:creationId xmlns:a16="http://schemas.microsoft.com/office/drawing/2014/main" id="{526E6F03-0A2E-B010-A14B-78F3599FB22A}"/>
              </a:ext>
            </a:extLst>
          </p:cNvPr>
          <p:cNvSpPr/>
          <p:nvPr/>
        </p:nvSpPr>
        <p:spPr>
          <a:xfrm>
            <a:off x="0" y="0"/>
            <a:ext cx="12192000" cy="37992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Home</a:t>
            </a:r>
            <a:endParaRPr lang="en-GB" dirty="0"/>
          </a:p>
        </p:txBody>
      </p:sp>
      <p:sp>
        <p:nvSpPr>
          <p:cNvPr id="16" name="Call-out: Double Bent Line 15">
            <a:extLst>
              <a:ext uri="{FF2B5EF4-FFF2-40B4-BE49-F238E27FC236}">
                <a16:creationId xmlns:a16="http://schemas.microsoft.com/office/drawing/2014/main" id="{8A999B03-C2EC-A737-1E01-A28C2BB4E605}"/>
              </a:ext>
            </a:extLst>
          </p:cNvPr>
          <p:cNvSpPr/>
          <p:nvPr/>
        </p:nvSpPr>
        <p:spPr>
          <a:xfrm>
            <a:off x="8236178" y="555437"/>
            <a:ext cx="1578821" cy="293179"/>
          </a:xfrm>
          <a:prstGeom prst="borderCallout3">
            <a:avLst>
              <a:gd name="adj1" fmla="val 55379"/>
              <a:gd name="adj2" fmla="val 100926"/>
              <a:gd name="adj3" fmla="val 39100"/>
              <a:gd name="adj4" fmla="val 122222"/>
              <a:gd name="adj5" fmla="val 55231"/>
              <a:gd name="adj6" fmla="val 137037"/>
              <a:gd name="adj7" fmla="val 126271"/>
              <a:gd name="adj8" fmla="val 169537"/>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App Guide</a:t>
            </a:r>
            <a:endParaRPr lang="en-GB" sz="1600" dirty="0"/>
          </a:p>
        </p:txBody>
      </p:sp>
      <p:sp>
        <p:nvSpPr>
          <p:cNvPr id="17" name="Call-out: Double Bent Line 16">
            <a:extLst>
              <a:ext uri="{FF2B5EF4-FFF2-40B4-BE49-F238E27FC236}">
                <a16:creationId xmlns:a16="http://schemas.microsoft.com/office/drawing/2014/main" id="{524883D4-6947-ECDB-AEF1-B71BF5C6C12D}"/>
              </a:ext>
            </a:extLst>
          </p:cNvPr>
          <p:cNvSpPr/>
          <p:nvPr/>
        </p:nvSpPr>
        <p:spPr>
          <a:xfrm>
            <a:off x="8236178" y="1040340"/>
            <a:ext cx="1578821" cy="735833"/>
          </a:xfrm>
          <a:prstGeom prst="borderCallout3">
            <a:avLst>
              <a:gd name="adj1" fmla="val 55379"/>
              <a:gd name="adj2" fmla="val 100926"/>
              <a:gd name="adj3" fmla="val 39100"/>
              <a:gd name="adj4" fmla="val 122222"/>
              <a:gd name="adj5" fmla="val 55231"/>
              <a:gd name="adj6" fmla="val 137037"/>
              <a:gd name="adj7" fmla="val 26294"/>
              <a:gd name="adj8" fmla="val 163472"/>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Scorer login (not mandatory)</a:t>
            </a:r>
            <a:endParaRPr lang="en-GB" sz="1600" dirty="0"/>
          </a:p>
        </p:txBody>
      </p:sp>
      <p:sp>
        <p:nvSpPr>
          <p:cNvPr id="18" name="Call-out: Double Bent Line 17">
            <a:extLst>
              <a:ext uri="{FF2B5EF4-FFF2-40B4-BE49-F238E27FC236}">
                <a16:creationId xmlns:a16="http://schemas.microsoft.com/office/drawing/2014/main" id="{5C54B7DB-C5AA-24CA-C0B8-E719D857AE26}"/>
              </a:ext>
            </a:extLst>
          </p:cNvPr>
          <p:cNvSpPr/>
          <p:nvPr/>
        </p:nvSpPr>
        <p:spPr>
          <a:xfrm>
            <a:off x="8236178" y="2041357"/>
            <a:ext cx="1578821" cy="326874"/>
          </a:xfrm>
          <a:prstGeom prst="borderCallout3">
            <a:avLst>
              <a:gd name="adj1" fmla="val 55379"/>
              <a:gd name="adj2" fmla="val 100926"/>
              <a:gd name="adj3" fmla="val 39100"/>
              <a:gd name="adj4" fmla="val 122222"/>
              <a:gd name="adj5" fmla="val 55231"/>
              <a:gd name="adj6" fmla="val 137037"/>
              <a:gd name="adj7" fmla="val -158141"/>
              <a:gd name="adj8" fmla="val 167222"/>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Language</a:t>
            </a:r>
            <a:endParaRPr lang="en-GB" sz="1600" dirty="0"/>
          </a:p>
        </p:txBody>
      </p:sp>
      <p:sp>
        <p:nvSpPr>
          <p:cNvPr id="19" name="Call-out: Double Bent Line 18">
            <a:extLst>
              <a:ext uri="{FF2B5EF4-FFF2-40B4-BE49-F238E27FC236}">
                <a16:creationId xmlns:a16="http://schemas.microsoft.com/office/drawing/2014/main" id="{DA0FFF76-AB70-29A2-4D6B-8284D89C768F}"/>
              </a:ext>
            </a:extLst>
          </p:cNvPr>
          <p:cNvSpPr/>
          <p:nvPr/>
        </p:nvSpPr>
        <p:spPr>
          <a:xfrm>
            <a:off x="1027329" y="2545847"/>
            <a:ext cx="1578821" cy="1835379"/>
          </a:xfrm>
          <a:prstGeom prst="borderCallout3">
            <a:avLst>
              <a:gd name="adj1" fmla="val 55379"/>
              <a:gd name="adj2" fmla="val 100926"/>
              <a:gd name="adj3" fmla="val 39100"/>
              <a:gd name="adj4" fmla="val 122222"/>
              <a:gd name="adj5" fmla="val 55231"/>
              <a:gd name="adj6" fmla="val 137037"/>
              <a:gd name="adj7" fmla="val 22986"/>
              <a:gd name="adj8" fmla="val 230972"/>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New match </a:t>
            </a:r>
          </a:p>
          <a:p>
            <a:pPr marL="285750" indent="-285750">
              <a:buFont typeface="Arial" panose="020B0604020202020204" pitchFamily="34" charset="0"/>
              <a:buChar char="•"/>
            </a:pPr>
            <a:r>
              <a:rPr lang="en-US" sz="1600" dirty="0"/>
              <a:t>Official (with backup)</a:t>
            </a:r>
          </a:p>
          <a:p>
            <a:pPr marL="285750" indent="-285750">
              <a:buFont typeface="Arial" panose="020B0604020202020204" pitchFamily="34" charset="0"/>
              <a:buChar char="•"/>
            </a:pPr>
            <a:r>
              <a:rPr lang="en-US" sz="1600" dirty="0"/>
              <a:t>Test (for playing around)</a:t>
            </a:r>
            <a:endParaRPr lang="en-GB" sz="1600" dirty="0"/>
          </a:p>
        </p:txBody>
      </p:sp>
      <p:sp>
        <p:nvSpPr>
          <p:cNvPr id="20" name="Call-out: Double Bent Line 19">
            <a:extLst>
              <a:ext uri="{FF2B5EF4-FFF2-40B4-BE49-F238E27FC236}">
                <a16:creationId xmlns:a16="http://schemas.microsoft.com/office/drawing/2014/main" id="{31EF1EDE-7C8A-CD58-1E32-BCEC44A8649D}"/>
              </a:ext>
            </a:extLst>
          </p:cNvPr>
          <p:cNvSpPr/>
          <p:nvPr/>
        </p:nvSpPr>
        <p:spPr>
          <a:xfrm>
            <a:off x="8236177" y="3310039"/>
            <a:ext cx="1578821" cy="1835379"/>
          </a:xfrm>
          <a:prstGeom prst="borderCallout3">
            <a:avLst>
              <a:gd name="adj1" fmla="val 51078"/>
              <a:gd name="adj2" fmla="val 926"/>
              <a:gd name="adj3" fmla="val 52003"/>
              <a:gd name="adj4" fmla="val -22778"/>
              <a:gd name="adj5" fmla="val 39102"/>
              <a:gd name="adj6" fmla="val -36713"/>
              <a:gd name="adj7" fmla="val 15459"/>
              <a:gd name="adj8" fmla="val -51528"/>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Restore match from Cloud or local backup</a:t>
            </a:r>
            <a:endParaRPr lang="en-GB" sz="1600" dirty="0"/>
          </a:p>
        </p:txBody>
      </p:sp>
    </p:spTree>
    <p:extLst>
      <p:ext uri="{BB962C8B-B14F-4D97-AF65-F5344CB8AC3E}">
        <p14:creationId xmlns:p14="http://schemas.microsoft.com/office/powerpoint/2010/main" val="6516627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776F35-EE93-35DF-9566-EE06BE075A21}"/>
            </a:ext>
          </a:extLst>
        </p:cNvPr>
        <p:cNvGrpSpPr/>
        <p:nvPr/>
      </p:nvGrpSpPr>
      <p:grpSpPr>
        <a:xfrm>
          <a:off x="0" y="0"/>
          <a:ext cx="0" cy="0"/>
          <a:chOff x="0" y="0"/>
          <a:chExt cx="0" cy="0"/>
        </a:xfrm>
      </p:grpSpPr>
      <p:pic>
        <p:nvPicPr>
          <p:cNvPr id="3" name="Picture 2" descr="A screenshot of a computer&#10;&#10;AI-generated content may be incorrect.">
            <a:extLst>
              <a:ext uri="{FF2B5EF4-FFF2-40B4-BE49-F238E27FC236}">
                <a16:creationId xmlns:a16="http://schemas.microsoft.com/office/drawing/2014/main" id="{36C63D34-FFC5-7494-1233-06F4A9AE4DFE}"/>
              </a:ext>
            </a:extLst>
          </p:cNvPr>
          <p:cNvPicPr>
            <a:picLocks noChangeAspect="1"/>
          </p:cNvPicPr>
          <p:nvPr/>
        </p:nvPicPr>
        <p:blipFill>
          <a:blip r:embed="rId2"/>
          <a:stretch>
            <a:fillRect/>
          </a:stretch>
        </p:blipFill>
        <p:spPr>
          <a:xfrm>
            <a:off x="0" y="260150"/>
            <a:ext cx="12192000" cy="6597850"/>
          </a:xfrm>
          <a:prstGeom prst="rect">
            <a:avLst/>
          </a:prstGeom>
        </p:spPr>
      </p:pic>
      <p:sp>
        <p:nvSpPr>
          <p:cNvPr id="12" name="Rectangle 11">
            <a:extLst>
              <a:ext uri="{FF2B5EF4-FFF2-40B4-BE49-F238E27FC236}">
                <a16:creationId xmlns:a16="http://schemas.microsoft.com/office/drawing/2014/main" id="{9CCABA58-C41E-6641-090F-4C1DA2702634}"/>
              </a:ext>
            </a:extLst>
          </p:cNvPr>
          <p:cNvSpPr/>
          <p:nvPr/>
        </p:nvSpPr>
        <p:spPr>
          <a:xfrm>
            <a:off x="0" y="0"/>
            <a:ext cx="12192000" cy="37992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Match setup (Official)</a:t>
            </a:r>
            <a:endParaRPr lang="en-GB" dirty="0"/>
          </a:p>
        </p:txBody>
      </p:sp>
      <p:sp>
        <p:nvSpPr>
          <p:cNvPr id="19" name="Call-out: Double Bent Line 18">
            <a:extLst>
              <a:ext uri="{FF2B5EF4-FFF2-40B4-BE49-F238E27FC236}">
                <a16:creationId xmlns:a16="http://schemas.microsoft.com/office/drawing/2014/main" id="{F51A7A32-2B23-1F0A-8810-063842CDCCC0}"/>
              </a:ext>
            </a:extLst>
          </p:cNvPr>
          <p:cNvSpPr/>
          <p:nvPr/>
        </p:nvSpPr>
        <p:spPr>
          <a:xfrm>
            <a:off x="198448" y="912205"/>
            <a:ext cx="1578821" cy="1835379"/>
          </a:xfrm>
          <a:prstGeom prst="borderCallout3">
            <a:avLst>
              <a:gd name="adj1" fmla="val 55379"/>
              <a:gd name="adj2" fmla="val 100926"/>
              <a:gd name="adj3" fmla="val 39100"/>
              <a:gd name="adj4" fmla="val 122222"/>
              <a:gd name="adj5" fmla="val 55231"/>
              <a:gd name="adj6" fmla="val 137037"/>
              <a:gd name="adj7" fmla="val 48792"/>
              <a:gd name="adj8" fmla="val 184722"/>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Match info (most info can be loaded from SVRZ game calendar)</a:t>
            </a:r>
            <a:endParaRPr lang="en-GB" sz="1600" dirty="0"/>
          </a:p>
        </p:txBody>
      </p:sp>
      <p:sp>
        <p:nvSpPr>
          <p:cNvPr id="20" name="Call-out: Double Bent Line 19">
            <a:extLst>
              <a:ext uri="{FF2B5EF4-FFF2-40B4-BE49-F238E27FC236}">
                <a16:creationId xmlns:a16="http://schemas.microsoft.com/office/drawing/2014/main" id="{016F6C23-B1FB-BA35-9E2F-17F78F699359}"/>
              </a:ext>
            </a:extLst>
          </p:cNvPr>
          <p:cNvSpPr/>
          <p:nvPr/>
        </p:nvSpPr>
        <p:spPr>
          <a:xfrm>
            <a:off x="9420292" y="1829895"/>
            <a:ext cx="1578821" cy="1835379"/>
          </a:xfrm>
          <a:prstGeom prst="borderCallout3">
            <a:avLst>
              <a:gd name="adj1" fmla="val 51078"/>
              <a:gd name="adj2" fmla="val 926"/>
              <a:gd name="adj3" fmla="val 52003"/>
              <a:gd name="adj4" fmla="val -22778"/>
              <a:gd name="adj5" fmla="val 39102"/>
              <a:gd name="adj6" fmla="val -36713"/>
              <a:gd name="adj7" fmla="val 15459"/>
              <a:gd name="adj8" fmla="val -51528"/>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Officials input (1R and Scorer MANDATORY)</a:t>
            </a:r>
            <a:endParaRPr lang="en-GB" sz="1600" dirty="0"/>
          </a:p>
        </p:txBody>
      </p:sp>
      <p:sp>
        <p:nvSpPr>
          <p:cNvPr id="4" name="Call-out: Double Bent Line 3">
            <a:extLst>
              <a:ext uri="{FF2B5EF4-FFF2-40B4-BE49-F238E27FC236}">
                <a16:creationId xmlns:a16="http://schemas.microsoft.com/office/drawing/2014/main" id="{2D596886-D15F-AC00-2092-7FB70D144E15}"/>
              </a:ext>
            </a:extLst>
          </p:cNvPr>
          <p:cNvSpPr/>
          <p:nvPr/>
        </p:nvSpPr>
        <p:spPr>
          <a:xfrm>
            <a:off x="198448" y="2856128"/>
            <a:ext cx="1578821" cy="1145743"/>
          </a:xfrm>
          <a:prstGeom prst="borderCallout3">
            <a:avLst>
              <a:gd name="adj1" fmla="val 55379"/>
              <a:gd name="adj2" fmla="val 100926"/>
              <a:gd name="adj3" fmla="val 39100"/>
              <a:gd name="adj4" fmla="val 122222"/>
              <a:gd name="adj5" fmla="val 55231"/>
              <a:gd name="adj6" fmla="val 137037"/>
              <a:gd name="adj7" fmla="val -670"/>
              <a:gd name="adj8" fmla="val 293472"/>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First, create match by filling match info, then the rest</a:t>
            </a:r>
            <a:endParaRPr lang="en-GB" sz="1600" dirty="0"/>
          </a:p>
        </p:txBody>
      </p:sp>
      <p:sp>
        <p:nvSpPr>
          <p:cNvPr id="5" name="Call-out: Double Bent Line 4">
            <a:extLst>
              <a:ext uri="{FF2B5EF4-FFF2-40B4-BE49-F238E27FC236}">
                <a16:creationId xmlns:a16="http://schemas.microsoft.com/office/drawing/2014/main" id="{4B5E800A-09E9-C979-9CF6-1EF83D21B09B}"/>
              </a:ext>
            </a:extLst>
          </p:cNvPr>
          <p:cNvSpPr/>
          <p:nvPr/>
        </p:nvSpPr>
        <p:spPr>
          <a:xfrm>
            <a:off x="198447" y="4646553"/>
            <a:ext cx="1578821" cy="1145743"/>
          </a:xfrm>
          <a:prstGeom prst="borderCallout3">
            <a:avLst>
              <a:gd name="adj1" fmla="val 55379"/>
              <a:gd name="adj2" fmla="val 100926"/>
              <a:gd name="adj3" fmla="val 39100"/>
              <a:gd name="adj4" fmla="val 122222"/>
              <a:gd name="adj5" fmla="val 55231"/>
              <a:gd name="adj6" fmla="val 137037"/>
              <a:gd name="adj7" fmla="val -76459"/>
              <a:gd name="adj8" fmla="val 242222"/>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Enable dashboards</a:t>
            </a:r>
            <a:endParaRPr lang="en-GB" sz="1600" dirty="0"/>
          </a:p>
        </p:txBody>
      </p:sp>
      <p:sp>
        <p:nvSpPr>
          <p:cNvPr id="7" name="Rectangle 6">
            <a:extLst>
              <a:ext uri="{FF2B5EF4-FFF2-40B4-BE49-F238E27FC236}">
                <a16:creationId xmlns:a16="http://schemas.microsoft.com/office/drawing/2014/main" id="{9B769395-83EF-191E-9069-AFFFCC359295}"/>
              </a:ext>
            </a:extLst>
          </p:cNvPr>
          <p:cNvSpPr/>
          <p:nvPr/>
        </p:nvSpPr>
        <p:spPr>
          <a:xfrm>
            <a:off x="4861450" y="5792296"/>
            <a:ext cx="2289290" cy="58219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Teams rosters</a:t>
            </a:r>
            <a:endParaRPr lang="en-GB" dirty="0"/>
          </a:p>
        </p:txBody>
      </p:sp>
    </p:spTree>
    <p:extLst>
      <p:ext uri="{BB962C8B-B14F-4D97-AF65-F5344CB8AC3E}">
        <p14:creationId xmlns:p14="http://schemas.microsoft.com/office/powerpoint/2010/main" val="31250650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1F3557-5ED9-B572-E85F-328384AD657B}"/>
            </a:ext>
          </a:extLst>
        </p:cNvPr>
        <p:cNvGrpSpPr/>
        <p:nvPr/>
      </p:nvGrpSpPr>
      <p:grpSpPr>
        <a:xfrm>
          <a:off x="0" y="0"/>
          <a:ext cx="0" cy="0"/>
          <a:chOff x="0" y="0"/>
          <a:chExt cx="0" cy="0"/>
        </a:xfrm>
      </p:grpSpPr>
      <p:pic>
        <p:nvPicPr>
          <p:cNvPr id="11" name="Picture 10" descr="A screenshot of a video game&#10;&#10;AI-generated content may be incorrect.">
            <a:extLst>
              <a:ext uri="{FF2B5EF4-FFF2-40B4-BE49-F238E27FC236}">
                <a16:creationId xmlns:a16="http://schemas.microsoft.com/office/drawing/2014/main" id="{539F30F5-8516-8E33-3776-12ADF6A39FE2}"/>
              </a:ext>
            </a:extLst>
          </p:cNvPr>
          <p:cNvPicPr>
            <a:picLocks noChangeAspect="1"/>
          </p:cNvPicPr>
          <p:nvPr/>
        </p:nvPicPr>
        <p:blipFill>
          <a:blip r:embed="rId2"/>
          <a:stretch>
            <a:fillRect/>
          </a:stretch>
        </p:blipFill>
        <p:spPr>
          <a:xfrm>
            <a:off x="0" y="4548805"/>
            <a:ext cx="12192000" cy="2262750"/>
          </a:xfrm>
          <a:prstGeom prst="rect">
            <a:avLst/>
          </a:prstGeom>
        </p:spPr>
      </p:pic>
      <p:pic>
        <p:nvPicPr>
          <p:cNvPr id="9" name="Picture 8" descr="A screenshot of a match info&#10;&#10;AI-generated content may be incorrect.">
            <a:extLst>
              <a:ext uri="{FF2B5EF4-FFF2-40B4-BE49-F238E27FC236}">
                <a16:creationId xmlns:a16="http://schemas.microsoft.com/office/drawing/2014/main" id="{D048D799-A36D-1A35-FA1C-3EABE9EA73E9}"/>
              </a:ext>
            </a:extLst>
          </p:cNvPr>
          <p:cNvPicPr>
            <a:picLocks noChangeAspect="1"/>
          </p:cNvPicPr>
          <p:nvPr/>
        </p:nvPicPr>
        <p:blipFill>
          <a:blip r:embed="rId3"/>
          <a:stretch>
            <a:fillRect/>
          </a:stretch>
        </p:blipFill>
        <p:spPr>
          <a:xfrm>
            <a:off x="0" y="379927"/>
            <a:ext cx="12192000" cy="4168878"/>
          </a:xfrm>
          <a:prstGeom prst="rect">
            <a:avLst/>
          </a:prstGeom>
        </p:spPr>
      </p:pic>
      <p:sp>
        <p:nvSpPr>
          <p:cNvPr id="12" name="Rectangle 11">
            <a:extLst>
              <a:ext uri="{FF2B5EF4-FFF2-40B4-BE49-F238E27FC236}">
                <a16:creationId xmlns:a16="http://schemas.microsoft.com/office/drawing/2014/main" id="{776419C9-3D38-9994-0B47-7512E79D111A}"/>
              </a:ext>
            </a:extLst>
          </p:cNvPr>
          <p:cNvSpPr/>
          <p:nvPr/>
        </p:nvSpPr>
        <p:spPr>
          <a:xfrm>
            <a:off x="0" y="0"/>
            <a:ext cx="12192000" cy="37992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Match info</a:t>
            </a:r>
            <a:endParaRPr lang="en-GB" dirty="0"/>
          </a:p>
        </p:txBody>
      </p:sp>
      <p:sp>
        <p:nvSpPr>
          <p:cNvPr id="20" name="Call-out: Double Bent Line 19">
            <a:extLst>
              <a:ext uri="{FF2B5EF4-FFF2-40B4-BE49-F238E27FC236}">
                <a16:creationId xmlns:a16="http://schemas.microsoft.com/office/drawing/2014/main" id="{559C121C-E1D7-A1C0-C292-ED3C0A3B07FB}"/>
              </a:ext>
            </a:extLst>
          </p:cNvPr>
          <p:cNvSpPr/>
          <p:nvPr/>
        </p:nvSpPr>
        <p:spPr>
          <a:xfrm>
            <a:off x="9558439" y="-157835"/>
            <a:ext cx="1953791" cy="953824"/>
          </a:xfrm>
          <a:prstGeom prst="borderCallout3">
            <a:avLst>
              <a:gd name="adj1" fmla="val 51078"/>
              <a:gd name="adj2" fmla="val 926"/>
              <a:gd name="adj3" fmla="val 52003"/>
              <a:gd name="adj4" fmla="val -22778"/>
              <a:gd name="adj5" fmla="val 39102"/>
              <a:gd name="adj6" fmla="val -36713"/>
              <a:gd name="adj7" fmla="val 143871"/>
              <a:gd name="adj8" fmla="val -142803"/>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Loads from calendar, otherwise manual input</a:t>
            </a:r>
            <a:endParaRPr lang="en-GB" sz="1600" dirty="0"/>
          </a:p>
        </p:txBody>
      </p:sp>
      <p:sp>
        <p:nvSpPr>
          <p:cNvPr id="7" name="Rectangle 6">
            <a:extLst>
              <a:ext uri="{FF2B5EF4-FFF2-40B4-BE49-F238E27FC236}">
                <a16:creationId xmlns:a16="http://schemas.microsoft.com/office/drawing/2014/main" id="{B17BC3A2-6409-AFE5-42FC-81011964598D}"/>
              </a:ext>
            </a:extLst>
          </p:cNvPr>
          <p:cNvSpPr/>
          <p:nvPr/>
        </p:nvSpPr>
        <p:spPr>
          <a:xfrm>
            <a:off x="3420777" y="4558502"/>
            <a:ext cx="5012755" cy="58219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Team names (import or manual, </a:t>
            </a:r>
            <a:r>
              <a:rPr lang="en-US" dirty="0" err="1"/>
              <a:t>colour</a:t>
            </a:r>
            <a:r>
              <a:rPr lang="en-US" dirty="0"/>
              <a:t> selection, short name)</a:t>
            </a:r>
            <a:endParaRPr lang="en-GB" dirty="0"/>
          </a:p>
        </p:txBody>
      </p:sp>
    </p:spTree>
    <p:extLst>
      <p:ext uri="{BB962C8B-B14F-4D97-AF65-F5344CB8AC3E}">
        <p14:creationId xmlns:p14="http://schemas.microsoft.com/office/powerpoint/2010/main" val="31491034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D5ECEF-8283-FB7F-A28B-7CDE528FF372}"/>
            </a:ext>
          </a:extLst>
        </p:cNvPr>
        <p:cNvGrpSpPr/>
        <p:nvPr/>
      </p:nvGrpSpPr>
      <p:grpSpPr>
        <a:xfrm>
          <a:off x="0" y="0"/>
          <a:ext cx="0" cy="0"/>
          <a:chOff x="0" y="0"/>
          <a:chExt cx="0" cy="0"/>
        </a:xfrm>
      </p:grpSpPr>
      <p:pic>
        <p:nvPicPr>
          <p:cNvPr id="11" name="Picture 10" descr="A screenshot of a video game&#10;&#10;AI-generated content may be incorrect.">
            <a:extLst>
              <a:ext uri="{FF2B5EF4-FFF2-40B4-BE49-F238E27FC236}">
                <a16:creationId xmlns:a16="http://schemas.microsoft.com/office/drawing/2014/main" id="{6BD9A42F-0831-1103-9CDF-BF8B76ABA03E}"/>
              </a:ext>
            </a:extLst>
          </p:cNvPr>
          <p:cNvPicPr>
            <a:picLocks noChangeAspect="1"/>
          </p:cNvPicPr>
          <p:nvPr/>
        </p:nvPicPr>
        <p:blipFill>
          <a:blip r:embed="rId2"/>
          <a:stretch>
            <a:fillRect/>
          </a:stretch>
        </p:blipFill>
        <p:spPr>
          <a:xfrm>
            <a:off x="0" y="366802"/>
            <a:ext cx="12192000" cy="3081592"/>
          </a:xfrm>
          <a:prstGeom prst="rect">
            <a:avLst/>
          </a:prstGeom>
        </p:spPr>
      </p:pic>
      <p:sp>
        <p:nvSpPr>
          <p:cNvPr id="12" name="Rectangle 11">
            <a:extLst>
              <a:ext uri="{FF2B5EF4-FFF2-40B4-BE49-F238E27FC236}">
                <a16:creationId xmlns:a16="http://schemas.microsoft.com/office/drawing/2014/main" id="{FB325EA7-E590-EF42-7CBB-1E55E2904C92}"/>
              </a:ext>
            </a:extLst>
          </p:cNvPr>
          <p:cNvSpPr/>
          <p:nvPr/>
        </p:nvSpPr>
        <p:spPr>
          <a:xfrm>
            <a:off x="0" y="0"/>
            <a:ext cx="12192000" cy="37992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Match info</a:t>
            </a:r>
            <a:endParaRPr lang="en-GB" dirty="0"/>
          </a:p>
        </p:txBody>
      </p:sp>
      <p:sp>
        <p:nvSpPr>
          <p:cNvPr id="7" name="Rectangle 6">
            <a:extLst>
              <a:ext uri="{FF2B5EF4-FFF2-40B4-BE49-F238E27FC236}">
                <a16:creationId xmlns:a16="http://schemas.microsoft.com/office/drawing/2014/main" id="{84E35E90-F950-C2EB-6E36-729CC27F4813}"/>
              </a:ext>
            </a:extLst>
          </p:cNvPr>
          <p:cNvSpPr/>
          <p:nvPr/>
        </p:nvSpPr>
        <p:spPr>
          <a:xfrm>
            <a:off x="3776012" y="611452"/>
            <a:ext cx="5012755" cy="58219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Team names (import or manual, </a:t>
            </a:r>
            <a:r>
              <a:rPr lang="en-US" dirty="0" err="1"/>
              <a:t>colour</a:t>
            </a:r>
            <a:r>
              <a:rPr lang="en-US" dirty="0"/>
              <a:t> selection, short name)</a:t>
            </a:r>
            <a:endParaRPr lang="en-GB" dirty="0"/>
          </a:p>
        </p:txBody>
      </p:sp>
      <p:pic>
        <p:nvPicPr>
          <p:cNvPr id="3" name="Picture 2" descr="A screen shot of a computer&#10;&#10;AI-generated content may be incorrect.">
            <a:extLst>
              <a:ext uri="{FF2B5EF4-FFF2-40B4-BE49-F238E27FC236}">
                <a16:creationId xmlns:a16="http://schemas.microsoft.com/office/drawing/2014/main" id="{BF767361-F724-645C-B414-45A08893594A}"/>
              </a:ext>
            </a:extLst>
          </p:cNvPr>
          <p:cNvPicPr>
            <a:picLocks noChangeAspect="1"/>
          </p:cNvPicPr>
          <p:nvPr/>
        </p:nvPicPr>
        <p:blipFill>
          <a:blip r:embed="rId3"/>
          <a:stretch>
            <a:fillRect/>
          </a:stretch>
        </p:blipFill>
        <p:spPr>
          <a:xfrm>
            <a:off x="307833" y="3660525"/>
            <a:ext cx="7116168" cy="2943636"/>
          </a:xfrm>
          <a:prstGeom prst="rect">
            <a:avLst/>
          </a:prstGeom>
        </p:spPr>
      </p:pic>
      <p:sp>
        <p:nvSpPr>
          <p:cNvPr id="6" name="Rectangle 5">
            <a:extLst>
              <a:ext uri="{FF2B5EF4-FFF2-40B4-BE49-F238E27FC236}">
                <a16:creationId xmlns:a16="http://schemas.microsoft.com/office/drawing/2014/main" id="{71E18004-3E86-B8A6-0C6A-AC42E8E9ED31}"/>
              </a:ext>
            </a:extLst>
          </p:cNvPr>
          <p:cNvSpPr/>
          <p:nvPr/>
        </p:nvSpPr>
        <p:spPr>
          <a:xfrm>
            <a:off x="7520227" y="3815196"/>
            <a:ext cx="4623531" cy="272758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IMPORTANT: THE GAME PIN (together with the game number) allow you to recover the game in case of major issues. Either write it down or send it to your email for security purposes</a:t>
            </a:r>
            <a:endParaRPr lang="en-GB" dirty="0"/>
          </a:p>
        </p:txBody>
      </p:sp>
    </p:spTree>
    <p:extLst>
      <p:ext uri="{BB962C8B-B14F-4D97-AF65-F5344CB8AC3E}">
        <p14:creationId xmlns:p14="http://schemas.microsoft.com/office/powerpoint/2010/main" val="30381261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4D7CEC-110E-7C44-9A9A-481949581B44}"/>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3D0B7F27-D4E4-D253-515D-28B5037A5A5C}"/>
              </a:ext>
            </a:extLst>
          </p:cNvPr>
          <p:cNvSpPr/>
          <p:nvPr/>
        </p:nvSpPr>
        <p:spPr>
          <a:xfrm>
            <a:off x="0" y="0"/>
            <a:ext cx="12192000" cy="37992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Team roster</a:t>
            </a:r>
            <a:endParaRPr lang="en-GB" dirty="0"/>
          </a:p>
        </p:txBody>
      </p:sp>
      <p:pic>
        <p:nvPicPr>
          <p:cNvPr id="4" name="Picture 3" descr="A screenshot of a video game&#10;&#10;AI-generated content may be incorrect.">
            <a:extLst>
              <a:ext uri="{FF2B5EF4-FFF2-40B4-BE49-F238E27FC236}">
                <a16:creationId xmlns:a16="http://schemas.microsoft.com/office/drawing/2014/main" id="{F8AD1395-04F9-642C-2A6C-A729A778715C}"/>
              </a:ext>
            </a:extLst>
          </p:cNvPr>
          <p:cNvPicPr>
            <a:picLocks noChangeAspect="1"/>
          </p:cNvPicPr>
          <p:nvPr/>
        </p:nvPicPr>
        <p:blipFill>
          <a:blip r:embed="rId2"/>
          <a:stretch>
            <a:fillRect/>
          </a:stretch>
        </p:blipFill>
        <p:spPr>
          <a:xfrm>
            <a:off x="382250" y="379927"/>
            <a:ext cx="11545911" cy="3572374"/>
          </a:xfrm>
          <a:prstGeom prst="rect">
            <a:avLst/>
          </a:prstGeom>
        </p:spPr>
      </p:pic>
      <p:sp>
        <p:nvSpPr>
          <p:cNvPr id="8" name="Rectangle 7">
            <a:extLst>
              <a:ext uri="{FF2B5EF4-FFF2-40B4-BE49-F238E27FC236}">
                <a16:creationId xmlns:a16="http://schemas.microsoft.com/office/drawing/2014/main" id="{30504E96-A17B-CB9F-0E94-417E76AD43C1}"/>
              </a:ext>
            </a:extLst>
          </p:cNvPr>
          <p:cNvSpPr/>
          <p:nvPr/>
        </p:nvSpPr>
        <p:spPr>
          <a:xfrm>
            <a:off x="1170958" y="3775444"/>
            <a:ext cx="4479902" cy="22767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Upload the </a:t>
            </a:r>
            <a:r>
              <a:rPr lang="en-US" dirty="0" err="1"/>
              <a:t>einsatzliste</a:t>
            </a:r>
            <a:r>
              <a:rPr lang="en-US" dirty="0"/>
              <a:t> via local pdf file (download from VM) or via the roster app (Remote)</a:t>
            </a:r>
            <a:endParaRPr lang="en-GB" dirty="0"/>
          </a:p>
        </p:txBody>
      </p:sp>
      <p:sp>
        <p:nvSpPr>
          <p:cNvPr id="5" name="Rectangle 4">
            <a:extLst>
              <a:ext uri="{FF2B5EF4-FFF2-40B4-BE49-F238E27FC236}">
                <a16:creationId xmlns:a16="http://schemas.microsoft.com/office/drawing/2014/main" id="{61DB473C-1E61-6092-2BBD-35F82783805A}"/>
              </a:ext>
            </a:extLst>
          </p:cNvPr>
          <p:cNvSpPr/>
          <p:nvPr/>
        </p:nvSpPr>
        <p:spPr>
          <a:xfrm>
            <a:off x="6541140" y="3775444"/>
            <a:ext cx="4479902" cy="22767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To confirm the roster, at least 6 players (no liberos) and 1 captain</a:t>
            </a:r>
            <a:endParaRPr lang="en-GB" dirty="0"/>
          </a:p>
        </p:txBody>
      </p:sp>
      <p:sp>
        <p:nvSpPr>
          <p:cNvPr id="9" name="Rectangle 8">
            <a:extLst>
              <a:ext uri="{FF2B5EF4-FFF2-40B4-BE49-F238E27FC236}">
                <a16:creationId xmlns:a16="http://schemas.microsoft.com/office/drawing/2014/main" id="{38A8BFA2-FFD9-6B84-03E8-77CBA6684C80}"/>
              </a:ext>
            </a:extLst>
          </p:cNvPr>
          <p:cNvSpPr/>
          <p:nvPr/>
        </p:nvSpPr>
        <p:spPr>
          <a:xfrm>
            <a:off x="9148780" y="1337612"/>
            <a:ext cx="2838587" cy="493382"/>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Test roster if you need</a:t>
            </a:r>
            <a:endParaRPr lang="en-GB" dirty="0"/>
          </a:p>
        </p:txBody>
      </p:sp>
    </p:spTree>
    <p:extLst>
      <p:ext uri="{BB962C8B-B14F-4D97-AF65-F5344CB8AC3E}">
        <p14:creationId xmlns:p14="http://schemas.microsoft.com/office/powerpoint/2010/main" val="22252251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30720E-69B4-9C35-3153-BC4F0AD1E7FB}"/>
            </a:ext>
          </a:extLst>
        </p:cNvPr>
        <p:cNvGrpSpPr/>
        <p:nvPr/>
      </p:nvGrpSpPr>
      <p:grpSpPr>
        <a:xfrm>
          <a:off x="0" y="0"/>
          <a:ext cx="0" cy="0"/>
          <a:chOff x="0" y="0"/>
          <a:chExt cx="0" cy="0"/>
        </a:xfrm>
      </p:grpSpPr>
      <p:pic>
        <p:nvPicPr>
          <p:cNvPr id="14" name="Picture 13" descr="A screenshot of a computer&#10;&#10;AI-generated content may be incorrect.">
            <a:extLst>
              <a:ext uri="{FF2B5EF4-FFF2-40B4-BE49-F238E27FC236}">
                <a16:creationId xmlns:a16="http://schemas.microsoft.com/office/drawing/2014/main" id="{B1783D8F-25EB-1085-7863-FBA53AAB5A97}"/>
              </a:ext>
            </a:extLst>
          </p:cNvPr>
          <p:cNvPicPr>
            <a:picLocks noChangeAspect="1"/>
          </p:cNvPicPr>
          <p:nvPr/>
        </p:nvPicPr>
        <p:blipFill>
          <a:blip r:embed="rId2"/>
          <a:stretch>
            <a:fillRect/>
          </a:stretch>
        </p:blipFill>
        <p:spPr>
          <a:xfrm>
            <a:off x="0" y="439110"/>
            <a:ext cx="8028736" cy="6266819"/>
          </a:xfrm>
          <a:prstGeom prst="rect">
            <a:avLst/>
          </a:prstGeom>
        </p:spPr>
      </p:pic>
      <p:sp>
        <p:nvSpPr>
          <p:cNvPr id="12" name="Rectangle 11">
            <a:extLst>
              <a:ext uri="{FF2B5EF4-FFF2-40B4-BE49-F238E27FC236}">
                <a16:creationId xmlns:a16="http://schemas.microsoft.com/office/drawing/2014/main" id="{4D5A9533-1197-FECB-264B-AB3EC75E1C67}"/>
              </a:ext>
            </a:extLst>
          </p:cNvPr>
          <p:cNvSpPr/>
          <p:nvPr/>
        </p:nvSpPr>
        <p:spPr>
          <a:xfrm>
            <a:off x="0" y="-37802"/>
            <a:ext cx="12192000" cy="37992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Team roster</a:t>
            </a:r>
            <a:endParaRPr lang="en-GB" dirty="0"/>
          </a:p>
        </p:txBody>
      </p:sp>
      <p:sp>
        <p:nvSpPr>
          <p:cNvPr id="11" name="Call-out: Double Bent Line 10">
            <a:extLst>
              <a:ext uri="{FF2B5EF4-FFF2-40B4-BE49-F238E27FC236}">
                <a16:creationId xmlns:a16="http://schemas.microsoft.com/office/drawing/2014/main" id="{3B745342-6416-85E0-A5D2-0C4A7DDBD420}"/>
              </a:ext>
            </a:extLst>
          </p:cNvPr>
          <p:cNvSpPr/>
          <p:nvPr/>
        </p:nvSpPr>
        <p:spPr>
          <a:xfrm>
            <a:off x="9375340" y="819037"/>
            <a:ext cx="1953791" cy="953824"/>
          </a:xfrm>
          <a:prstGeom prst="borderCallout3">
            <a:avLst>
              <a:gd name="adj1" fmla="val 51078"/>
              <a:gd name="adj2" fmla="val 926"/>
              <a:gd name="adj3" fmla="val 52003"/>
              <a:gd name="adj4" fmla="val -22778"/>
              <a:gd name="adj5" fmla="val 39102"/>
              <a:gd name="adj6" fmla="val -36713"/>
              <a:gd name="adj7" fmla="val 40418"/>
              <a:gd name="adj8" fmla="val -107449"/>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Add new player, Libero, captain</a:t>
            </a:r>
            <a:endParaRPr lang="en-GB" sz="1600" dirty="0"/>
          </a:p>
        </p:txBody>
      </p:sp>
      <p:sp>
        <p:nvSpPr>
          <p:cNvPr id="15" name="Call-out: Double Bent Line 14">
            <a:extLst>
              <a:ext uri="{FF2B5EF4-FFF2-40B4-BE49-F238E27FC236}">
                <a16:creationId xmlns:a16="http://schemas.microsoft.com/office/drawing/2014/main" id="{D876D6BA-7574-DB9B-AE07-ACF3AB30024C}"/>
              </a:ext>
            </a:extLst>
          </p:cNvPr>
          <p:cNvSpPr/>
          <p:nvPr/>
        </p:nvSpPr>
        <p:spPr>
          <a:xfrm>
            <a:off x="9375340" y="2475176"/>
            <a:ext cx="1953791" cy="953824"/>
          </a:xfrm>
          <a:prstGeom prst="borderCallout3">
            <a:avLst>
              <a:gd name="adj1" fmla="val 51078"/>
              <a:gd name="adj2" fmla="val 926"/>
              <a:gd name="adj3" fmla="val 52003"/>
              <a:gd name="adj4" fmla="val -22778"/>
              <a:gd name="adj5" fmla="val 39102"/>
              <a:gd name="adj6" fmla="val -36713"/>
              <a:gd name="adj7" fmla="val 106628"/>
              <a:gd name="adj8" fmla="val -131692"/>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Add new bench official (C, AC1, AC2, P, M)</a:t>
            </a:r>
            <a:endParaRPr lang="en-GB" sz="1600" dirty="0"/>
          </a:p>
        </p:txBody>
      </p:sp>
      <p:sp>
        <p:nvSpPr>
          <p:cNvPr id="16" name="Call-out: Double Bent Line 15">
            <a:extLst>
              <a:ext uri="{FF2B5EF4-FFF2-40B4-BE49-F238E27FC236}">
                <a16:creationId xmlns:a16="http://schemas.microsoft.com/office/drawing/2014/main" id="{140C4781-EA81-4C19-1CC6-D3D6A0733DF9}"/>
              </a:ext>
            </a:extLst>
          </p:cNvPr>
          <p:cNvSpPr/>
          <p:nvPr/>
        </p:nvSpPr>
        <p:spPr>
          <a:xfrm>
            <a:off x="9375340" y="4953548"/>
            <a:ext cx="1953791" cy="1085415"/>
          </a:xfrm>
          <a:prstGeom prst="borderCallout3">
            <a:avLst>
              <a:gd name="adj1" fmla="val 51078"/>
              <a:gd name="adj2" fmla="val 926"/>
              <a:gd name="adj3" fmla="val 52003"/>
              <a:gd name="adj4" fmla="val -22778"/>
              <a:gd name="adj5" fmla="val 39102"/>
              <a:gd name="adj6" fmla="val -36713"/>
              <a:gd name="adj7" fmla="val 106628"/>
              <a:gd name="adj8" fmla="val -131692"/>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Coach &amp; Captain can sign already (or later at the coin toss)</a:t>
            </a:r>
            <a:endParaRPr lang="en-GB" sz="1600" dirty="0"/>
          </a:p>
        </p:txBody>
      </p:sp>
    </p:spTree>
    <p:extLst>
      <p:ext uri="{BB962C8B-B14F-4D97-AF65-F5344CB8AC3E}">
        <p14:creationId xmlns:p14="http://schemas.microsoft.com/office/powerpoint/2010/main" val="29450181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BCED39-83A1-7BDA-58AC-52D86D3F1188}"/>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C990C31A-F043-89F6-6460-C39D3BA8212C}"/>
              </a:ext>
            </a:extLst>
          </p:cNvPr>
          <p:cNvSpPr/>
          <p:nvPr/>
        </p:nvSpPr>
        <p:spPr>
          <a:xfrm>
            <a:off x="0" y="-37802"/>
            <a:ext cx="12192000" cy="37992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Match setup – Ready for coin toss</a:t>
            </a:r>
            <a:endParaRPr lang="en-GB" dirty="0"/>
          </a:p>
        </p:txBody>
      </p:sp>
      <p:pic>
        <p:nvPicPr>
          <p:cNvPr id="3" name="Picture 2" descr="A screenshot of a computer&#10;&#10;AI-generated content may be incorrect.">
            <a:extLst>
              <a:ext uri="{FF2B5EF4-FFF2-40B4-BE49-F238E27FC236}">
                <a16:creationId xmlns:a16="http://schemas.microsoft.com/office/drawing/2014/main" id="{BF213700-88F8-8914-19F8-50CA045B660A}"/>
              </a:ext>
            </a:extLst>
          </p:cNvPr>
          <p:cNvPicPr>
            <a:picLocks noChangeAspect="1"/>
          </p:cNvPicPr>
          <p:nvPr/>
        </p:nvPicPr>
        <p:blipFill>
          <a:blip r:embed="rId2"/>
          <a:stretch>
            <a:fillRect/>
          </a:stretch>
        </p:blipFill>
        <p:spPr>
          <a:xfrm>
            <a:off x="3076320" y="685846"/>
            <a:ext cx="6410841" cy="5659037"/>
          </a:xfrm>
          <a:prstGeom prst="rect">
            <a:avLst/>
          </a:prstGeom>
        </p:spPr>
      </p:pic>
      <p:sp>
        <p:nvSpPr>
          <p:cNvPr id="4" name="Rectangle 3">
            <a:extLst>
              <a:ext uri="{FF2B5EF4-FFF2-40B4-BE49-F238E27FC236}">
                <a16:creationId xmlns:a16="http://schemas.microsoft.com/office/drawing/2014/main" id="{7919CB3E-AF4F-AA83-357B-CF960BD456B1}"/>
              </a:ext>
            </a:extLst>
          </p:cNvPr>
          <p:cNvSpPr/>
          <p:nvPr/>
        </p:nvSpPr>
        <p:spPr>
          <a:xfrm>
            <a:off x="8571678" y="5874527"/>
            <a:ext cx="915483" cy="61179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3311686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CAD39E-022B-5CA5-CA2D-C024E564D428}"/>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3A4E87EE-1CB6-ACA3-0091-64B20D212CF7}"/>
              </a:ext>
            </a:extLst>
          </p:cNvPr>
          <p:cNvSpPr/>
          <p:nvPr/>
        </p:nvSpPr>
        <p:spPr>
          <a:xfrm>
            <a:off x="0" y="-37802"/>
            <a:ext cx="12192000" cy="37992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Coin toss</a:t>
            </a:r>
            <a:endParaRPr lang="en-GB" dirty="0"/>
          </a:p>
        </p:txBody>
      </p:sp>
      <p:sp>
        <p:nvSpPr>
          <p:cNvPr id="6" name="Rectangle 5">
            <a:extLst>
              <a:ext uri="{FF2B5EF4-FFF2-40B4-BE49-F238E27FC236}">
                <a16:creationId xmlns:a16="http://schemas.microsoft.com/office/drawing/2014/main" id="{596EDFD2-0CA8-E343-B057-5ED192A8F872}"/>
              </a:ext>
            </a:extLst>
          </p:cNvPr>
          <p:cNvSpPr/>
          <p:nvPr/>
        </p:nvSpPr>
        <p:spPr>
          <a:xfrm>
            <a:off x="4624627" y="513117"/>
            <a:ext cx="3197111" cy="53285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Self explanatory</a:t>
            </a:r>
            <a:endParaRPr lang="en-GB" dirty="0"/>
          </a:p>
        </p:txBody>
      </p:sp>
      <p:pic>
        <p:nvPicPr>
          <p:cNvPr id="8" name="Picture 7" descr="A screenshot of a game&#10;&#10;AI-generated content may be incorrect.">
            <a:extLst>
              <a:ext uri="{FF2B5EF4-FFF2-40B4-BE49-F238E27FC236}">
                <a16:creationId xmlns:a16="http://schemas.microsoft.com/office/drawing/2014/main" id="{B3679E20-C4F8-E32E-871C-2FFA91066C42}"/>
              </a:ext>
            </a:extLst>
          </p:cNvPr>
          <p:cNvPicPr>
            <a:picLocks noChangeAspect="1"/>
          </p:cNvPicPr>
          <p:nvPr/>
        </p:nvPicPr>
        <p:blipFill>
          <a:blip r:embed="rId2"/>
          <a:stretch>
            <a:fillRect/>
          </a:stretch>
        </p:blipFill>
        <p:spPr>
          <a:xfrm>
            <a:off x="0" y="1163741"/>
            <a:ext cx="12192000" cy="4530518"/>
          </a:xfrm>
          <a:prstGeom prst="rect">
            <a:avLst/>
          </a:prstGeom>
        </p:spPr>
      </p:pic>
    </p:spTree>
    <p:extLst>
      <p:ext uri="{BB962C8B-B14F-4D97-AF65-F5344CB8AC3E}">
        <p14:creationId xmlns:p14="http://schemas.microsoft.com/office/powerpoint/2010/main" val="22618864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CB65F-9FA1-5D23-CB36-CD5F0D916D19}"/>
            </a:ext>
          </a:extLst>
        </p:cNvPr>
        <p:cNvGrpSpPr/>
        <p:nvPr/>
      </p:nvGrpSpPr>
      <p:grpSpPr>
        <a:xfrm>
          <a:off x="0" y="0"/>
          <a:ext cx="0" cy="0"/>
          <a:chOff x="0" y="0"/>
          <a:chExt cx="0" cy="0"/>
        </a:xfrm>
      </p:grpSpPr>
      <p:pic>
        <p:nvPicPr>
          <p:cNvPr id="10" name="Picture 9" descr="A screenshot of a computer&#10;&#10;AI-generated content may be incorrect.">
            <a:extLst>
              <a:ext uri="{FF2B5EF4-FFF2-40B4-BE49-F238E27FC236}">
                <a16:creationId xmlns:a16="http://schemas.microsoft.com/office/drawing/2014/main" id="{8736DB22-66D6-F81D-9477-A5D654590F21}"/>
              </a:ext>
            </a:extLst>
          </p:cNvPr>
          <p:cNvPicPr>
            <a:picLocks noChangeAspect="1"/>
          </p:cNvPicPr>
          <p:nvPr/>
        </p:nvPicPr>
        <p:blipFill>
          <a:blip r:embed="rId2"/>
          <a:stretch>
            <a:fillRect/>
          </a:stretch>
        </p:blipFill>
        <p:spPr>
          <a:xfrm>
            <a:off x="1624865" y="367155"/>
            <a:ext cx="8861128" cy="6470257"/>
          </a:xfrm>
          <a:prstGeom prst="rect">
            <a:avLst/>
          </a:prstGeom>
        </p:spPr>
      </p:pic>
      <p:sp>
        <p:nvSpPr>
          <p:cNvPr id="12" name="Rectangle 11">
            <a:extLst>
              <a:ext uri="{FF2B5EF4-FFF2-40B4-BE49-F238E27FC236}">
                <a16:creationId xmlns:a16="http://schemas.microsoft.com/office/drawing/2014/main" id="{4C765A92-09C4-1E2F-435C-2D5EC738A19C}"/>
              </a:ext>
            </a:extLst>
          </p:cNvPr>
          <p:cNvSpPr/>
          <p:nvPr/>
        </p:nvSpPr>
        <p:spPr>
          <a:xfrm>
            <a:off x="0" y="-37802"/>
            <a:ext cx="12192000" cy="37992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Main scoreboard</a:t>
            </a:r>
            <a:endParaRPr lang="en-GB" dirty="0"/>
          </a:p>
        </p:txBody>
      </p:sp>
      <p:sp>
        <p:nvSpPr>
          <p:cNvPr id="4" name="Rectangle 3">
            <a:extLst>
              <a:ext uri="{FF2B5EF4-FFF2-40B4-BE49-F238E27FC236}">
                <a16:creationId xmlns:a16="http://schemas.microsoft.com/office/drawing/2014/main" id="{E14E827B-0ED6-F3AA-FF67-064433236833}"/>
              </a:ext>
            </a:extLst>
          </p:cNvPr>
          <p:cNvSpPr/>
          <p:nvPr/>
        </p:nvSpPr>
        <p:spPr>
          <a:xfrm>
            <a:off x="1633301" y="820253"/>
            <a:ext cx="1491444" cy="5604811"/>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dirty="0">
                <a:solidFill>
                  <a:schemeClr val="accent2"/>
                </a:solidFill>
              </a:rPr>
              <a:t>Team controls</a:t>
            </a:r>
          </a:p>
          <a:p>
            <a:pPr algn="ctr"/>
            <a:r>
              <a:rPr lang="en-US" dirty="0">
                <a:solidFill>
                  <a:schemeClr val="accent2"/>
                </a:solidFill>
              </a:rPr>
              <a:t>Left</a:t>
            </a:r>
            <a:endParaRPr lang="en-GB" dirty="0">
              <a:solidFill>
                <a:schemeClr val="accent2"/>
              </a:solidFill>
            </a:endParaRPr>
          </a:p>
        </p:txBody>
      </p:sp>
      <p:sp>
        <p:nvSpPr>
          <p:cNvPr id="5" name="Rectangle 4">
            <a:extLst>
              <a:ext uri="{FF2B5EF4-FFF2-40B4-BE49-F238E27FC236}">
                <a16:creationId xmlns:a16="http://schemas.microsoft.com/office/drawing/2014/main" id="{64AE1E13-33D8-13B1-5DA8-0CA00EAB0EB9}"/>
              </a:ext>
            </a:extLst>
          </p:cNvPr>
          <p:cNvSpPr/>
          <p:nvPr/>
        </p:nvSpPr>
        <p:spPr>
          <a:xfrm>
            <a:off x="8983584" y="820253"/>
            <a:ext cx="1491444" cy="5604811"/>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dirty="0">
                <a:solidFill>
                  <a:schemeClr val="accent2"/>
                </a:solidFill>
              </a:rPr>
              <a:t>Team controls Right</a:t>
            </a:r>
            <a:endParaRPr lang="en-GB" dirty="0">
              <a:solidFill>
                <a:schemeClr val="accent2"/>
              </a:solidFill>
            </a:endParaRPr>
          </a:p>
        </p:txBody>
      </p:sp>
      <p:sp>
        <p:nvSpPr>
          <p:cNvPr id="7" name="Rectangle 6">
            <a:extLst>
              <a:ext uri="{FF2B5EF4-FFF2-40B4-BE49-F238E27FC236}">
                <a16:creationId xmlns:a16="http://schemas.microsoft.com/office/drawing/2014/main" id="{04946091-3620-19B2-D80B-A79F0A6DDD1B}"/>
              </a:ext>
            </a:extLst>
          </p:cNvPr>
          <p:cNvSpPr/>
          <p:nvPr/>
        </p:nvSpPr>
        <p:spPr>
          <a:xfrm>
            <a:off x="3341837" y="820253"/>
            <a:ext cx="5508326" cy="1330889"/>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dirty="0">
                <a:solidFill>
                  <a:schemeClr val="accent2"/>
                </a:solidFill>
              </a:rPr>
              <a:t>Score &amp; serve</a:t>
            </a:r>
            <a:endParaRPr lang="en-GB" dirty="0">
              <a:solidFill>
                <a:schemeClr val="accent2"/>
              </a:solidFill>
            </a:endParaRPr>
          </a:p>
        </p:txBody>
      </p:sp>
      <p:sp>
        <p:nvSpPr>
          <p:cNvPr id="11" name="Rectangle 10">
            <a:extLst>
              <a:ext uri="{FF2B5EF4-FFF2-40B4-BE49-F238E27FC236}">
                <a16:creationId xmlns:a16="http://schemas.microsoft.com/office/drawing/2014/main" id="{712A210E-E312-0166-D75E-DD4D442AD494}"/>
              </a:ext>
            </a:extLst>
          </p:cNvPr>
          <p:cNvSpPr/>
          <p:nvPr/>
        </p:nvSpPr>
        <p:spPr>
          <a:xfrm>
            <a:off x="3208417" y="2354120"/>
            <a:ext cx="5764202" cy="2790202"/>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dirty="0">
                <a:solidFill>
                  <a:schemeClr val="accent2"/>
                </a:solidFill>
              </a:rPr>
              <a:t>Court</a:t>
            </a:r>
            <a:endParaRPr lang="en-GB" dirty="0">
              <a:solidFill>
                <a:schemeClr val="accent2"/>
              </a:solidFill>
            </a:endParaRPr>
          </a:p>
        </p:txBody>
      </p:sp>
      <p:sp>
        <p:nvSpPr>
          <p:cNvPr id="13" name="Rectangle 12">
            <a:extLst>
              <a:ext uri="{FF2B5EF4-FFF2-40B4-BE49-F238E27FC236}">
                <a16:creationId xmlns:a16="http://schemas.microsoft.com/office/drawing/2014/main" id="{C979B919-818B-8002-D3D3-DC1995FC3B12}"/>
              </a:ext>
            </a:extLst>
          </p:cNvPr>
          <p:cNvSpPr/>
          <p:nvPr/>
        </p:nvSpPr>
        <p:spPr>
          <a:xfrm>
            <a:off x="3187069" y="5250157"/>
            <a:ext cx="5764201" cy="1315103"/>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dirty="0">
                <a:solidFill>
                  <a:schemeClr val="accent2"/>
                </a:solidFill>
              </a:rPr>
              <a:t>Rally Controls</a:t>
            </a:r>
            <a:endParaRPr lang="en-GB" dirty="0">
              <a:solidFill>
                <a:schemeClr val="accent2"/>
              </a:solidFill>
            </a:endParaRPr>
          </a:p>
        </p:txBody>
      </p:sp>
    </p:spTree>
    <p:extLst>
      <p:ext uri="{BB962C8B-B14F-4D97-AF65-F5344CB8AC3E}">
        <p14:creationId xmlns:p14="http://schemas.microsoft.com/office/powerpoint/2010/main" val="24702718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E12DD3-0339-C11B-C3C0-6D1B6C0C8844}"/>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27488D45-5780-0F67-4FD8-EA9617893CD4}"/>
              </a:ext>
            </a:extLst>
          </p:cNvPr>
          <p:cNvSpPr/>
          <p:nvPr/>
        </p:nvSpPr>
        <p:spPr>
          <a:xfrm>
            <a:off x="0" y="0"/>
            <a:ext cx="12192000" cy="37992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Lineup</a:t>
            </a:r>
            <a:endParaRPr lang="en-GB" dirty="0"/>
          </a:p>
        </p:txBody>
      </p:sp>
      <p:pic>
        <p:nvPicPr>
          <p:cNvPr id="3" name="Picture 2" descr="A screenshot of a game&#10;&#10;AI-generated content may be incorrect.">
            <a:extLst>
              <a:ext uri="{FF2B5EF4-FFF2-40B4-BE49-F238E27FC236}">
                <a16:creationId xmlns:a16="http://schemas.microsoft.com/office/drawing/2014/main" id="{6E1B5EDA-70AB-5B3F-7877-D343D03CADF0}"/>
              </a:ext>
            </a:extLst>
          </p:cNvPr>
          <p:cNvPicPr>
            <a:picLocks noChangeAspect="1"/>
          </p:cNvPicPr>
          <p:nvPr/>
        </p:nvPicPr>
        <p:blipFill>
          <a:blip r:embed="rId2"/>
          <a:stretch>
            <a:fillRect/>
          </a:stretch>
        </p:blipFill>
        <p:spPr>
          <a:xfrm>
            <a:off x="493787" y="1749859"/>
            <a:ext cx="2945053" cy="3591528"/>
          </a:xfrm>
          <a:prstGeom prst="rect">
            <a:avLst/>
          </a:prstGeom>
        </p:spPr>
      </p:pic>
      <p:pic>
        <p:nvPicPr>
          <p:cNvPr id="8" name="Picture 7" descr="A screenshot of a game&#10;&#10;AI-generated content may be incorrect.">
            <a:extLst>
              <a:ext uri="{FF2B5EF4-FFF2-40B4-BE49-F238E27FC236}">
                <a16:creationId xmlns:a16="http://schemas.microsoft.com/office/drawing/2014/main" id="{72E99729-A444-195B-ED7C-AD79B70D0F6E}"/>
              </a:ext>
            </a:extLst>
          </p:cNvPr>
          <p:cNvPicPr>
            <a:picLocks noChangeAspect="1"/>
          </p:cNvPicPr>
          <p:nvPr/>
        </p:nvPicPr>
        <p:blipFill>
          <a:blip r:embed="rId3"/>
          <a:stretch>
            <a:fillRect/>
          </a:stretch>
        </p:blipFill>
        <p:spPr>
          <a:xfrm>
            <a:off x="4686821" y="1714681"/>
            <a:ext cx="2671746" cy="3591528"/>
          </a:xfrm>
          <a:prstGeom prst="rect">
            <a:avLst/>
          </a:prstGeom>
        </p:spPr>
      </p:pic>
      <p:pic>
        <p:nvPicPr>
          <p:cNvPr id="14" name="Picture 13" descr="A screenshot of a game&#10;&#10;AI-generated content may be incorrect.">
            <a:extLst>
              <a:ext uri="{FF2B5EF4-FFF2-40B4-BE49-F238E27FC236}">
                <a16:creationId xmlns:a16="http://schemas.microsoft.com/office/drawing/2014/main" id="{7B2E078A-9A54-1E9E-5790-619AAD8D18F2}"/>
              </a:ext>
            </a:extLst>
          </p:cNvPr>
          <p:cNvPicPr>
            <a:picLocks noChangeAspect="1"/>
          </p:cNvPicPr>
          <p:nvPr/>
        </p:nvPicPr>
        <p:blipFill>
          <a:blip r:embed="rId4"/>
          <a:stretch>
            <a:fillRect/>
          </a:stretch>
        </p:blipFill>
        <p:spPr>
          <a:xfrm>
            <a:off x="8471680" y="1749859"/>
            <a:ext cx="2764257" cy="3626706"/>
          </a:xfrm>
          <a:prstGeom prst="rect">
            <a:avLst/>
          </a:prstGeom>
        </p:spPr>
      </p:pic>
    </p:spTree>
    <p:extLst>
      <p:ext uri="{BB962C8B-B14F-4D97-AF65-F5344CB8AC3E}">
        <p14:creationId xmlns:p14="http://schemas.microsoft.com/office/powerpoint/2010/main" val="22669917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6AD052-3053-0A99-A601-92E60783DCCE}"/>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540B8511-97E5-7168-50A9-2CC5C671909B}"/>
              </a:ext>
            </a:extLst>
          </p:cNvPr>
          <p:cNvSpPr/>
          <p:nvPr/>
        </p:nvSpPr>
        <p:spPr>
          <a:xfrm>
            <a:off x="0" y="0"/>
            <a:ext cx="12192000" cy="37992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Lineup</a:t>
            </a:r>
            <a:endParaRPr lang="en-GB" dirty="0"/>
          </a:p>
        </p:txBody>
      </p:sp>
      <p:pic>
        <p:nvPicPr>
          <p:cNvPr id="4" name="Picture 3" descr="A screenshot of a video game&#10;&#10;AI-generated content may be incorrect.">
            <a:extLst>
              <a:ext uri="{FF2B5EF4-FFF2-40B4-BE49-F238E27FC236}">
                <a16:creationId xmlns:a16="http://schemas.microsoft.com/office/drawing/2014/main" id="{E79DEBAB-8F97-1A9D-88F2-59401520BBEC}"/>
              </a:ext>
            </a:extLst>
          </p:cNvPr>
          <p:cNvPicPr>
            <a:picLocks noChangeAspect="1"/>
          </p:cNvPicPr>
          <p:nvPr/>
        </p:nvPicPr>
        <p:blipFill>
          <a:blip r:embed="rId2"/>
          <a:stretch>
            <a:fillRect/>
          </a:stretch>
        </p:blipFill>
        <p:spPr>
          <a:xfrm>
            <a:off x="563917" y="1012072"/>
            <a:ext cx="10945753" cy="5544324"/>
          </a:xfrm>
          <a:prstGeom prst="rect">
            <a:avLst/>
          </a:prstGeom>
        </p:spPr>
      </p:pic>
      <p:sp>
        <p:nvSpPr>
          <p:cNvPr id="5" name="Rectangle 4">
            <a:extLst>
              <a:ext uri="{FF2B5EF4-FFF2-40B4-BE49-F238E27FC236}">
                <a16:creationId xmlns:a16="http://schemas.microsoft.com/office/drawing/2014/main" id="{E2BBC47D-5662-DDAC-6189-1D4C7919AD4A}"/>
              </a:ext>
            </a:extLst>
          </p:cNvPr>
          <p:cNvSpPr/>
          <p:nvPr/>
        </p:nvSpPr>
        <p:spPr>
          <a:xfrm>
            <a:off x="2100710" y="415606"/>
            <a:ext cx="8266876" cy="560787"/>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Avoids the opponent team to see the other’s lineup until both are set. Click and keep pressed “Show line-up” to see it</a:t>
            </a:r>
            <a:endParaRPr lang="en-GB" dirty="0"/>
          </a:p>
        </p:txBody>
      </p:sp>
    </p:spTree>
    <p:extLst>
      <p:ext uri="{BB962C8B-B14F-4D97-AF65-F5344CB8AC3E}">
        <p14:creationId xmlns:p14="http://schemas.microsoft.com/office/powerpoint/2010/main" val="16580757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E7A394-D21C-C54A-FD34-8663543F7F04}"/>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CB32DDC8-A7AF-4294-816C-6D222FE2FE31}"/>
              </a:ext>
            </a:extLst>
          </p:cNvPr>
          <p:cNvSpPr/>
          <p:nvPr/>
        </p:nvSpPr>
        <p:spPr>
          <a:xfrm>
            <a:off x="0" y="0"/>
            <a:ext cx="12192000" cy="37992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Lineup</a:t>
            </a:r>
            <a:endParaRPr lang="en-GB" dirty="0"/>
          </a:p>
        </p:txBody>
      </p:sp>
      <p:pic>
        <p:nvPicPr>
          <p:cNvPr id="3" name="Picture 2" descr="A screenshot of a video game&#10;&#10;AI-generated content may be incorrect.">
            <a:extLst>
              <a:ext uri="{FF2B5EF4-FFF2-40B4-BE49-F238E27FC236}">
                <a16:creationId xmlns:a16="http://schemas.microsoft.com/office/drawing/2014/main" id="{6D119F61-139D-56C5-E2D2-7528449882E9}"/>
              </a:ext>
            </a:extLst>
          </p:cNvPr>
          <p:cNvPicPr>
            <a:picLocks noChangeAspect="1"/>
          </p:cNvPicPr>
          <p:nvPr/>
        </p:nvPicPr>
        <p:blipFill>
          <a:blip r:embed="rId2"/>
          <a:stretch>
            <a:fillRect/>
          </a:stretch>
        </p:blipFill>
        <p:spPr>
          <a:xfrm>
            <a:off x="212263" y="442496"/>
            <a:ext cx="6157398" cy="3566413"/>
          </a:xfrm>
          <a:prstGeom prst="rect">
            <a:avLst/>
          </a:prstGeom>
        </p:spPr>
      </p:pic>
      <p:pic>
        <p:nvPicPr>
          <p:cNvPr id="7" name="Picture 6" descr="A screenshot of a game&#10;&#10;AI-generated content may be incorrect.">
            <a:extLst>
              <a:ext uri="{FF2B5EF4-FFF2-40B4-BE49-F238E27FC236}">
                <a16:creationId xmlns:a16="http://schemas.microsoft.com/office/drawing/2014/main" id="{BE5E2B7D-A2C1-6D1A-E9F3-94B7AE794998}"/>
              </a:ext>
            </a:extLst>
          </p:cNvPr>
          <p:cNvPicPr>
            <a:picLocks noChangeAspect="1"/>
          </p:cNvPicPr>
          <p:nvPr/>
        </p:nvPicPr>
        <p:blipFill>
          <a:blip r:embed="rId3"/>
          <a:stretch>
            <a:fillRect/>
          </a:stretch>
        </p:blipFill>
        <p:spPr>
          <a:xfrm>
            <a:off x="6696829" y="846871"/>
            <a:ext cx="4888203" cy="2681455"/>
          </a:xfrm>
          <a:prstGeom prst="rect">
            <a:avLst/>
          </a:prstGeom>
        </p:spPr>
      </p:pic>
      <p:sp>
        <p:nvSpPr>
          <p:cNvPr id="8" name="Rectangle 7">
            <a:extLst>
              <a:ext uri="{FF2B5EF4-FFF2-40B4-BE49-F238E27FC236}">
                <a16:creationId xmlns:a16="http://schemas.microsoft.com/office/drawing/2014/main" id="{0AEBA782-82D8-B5E9-3E58-C51FBACC8108}"/>
              </a:ext>
            </a:extLst>
          </p:cNvPr>
          <p:cNvSpPr/>
          <p:nvPr/>
        </p:nvSpPr>
        <p:spPr>
          <a:xfrm>
            <a:off x="5354832" y="442496"/>
            <a:ext cx="1014829" cy="504796"/>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0" name="Straight Connector 9">
            <a:extLst>
              <a:ext uri="{FF2B5EF4-FFF2-40B4-BE49-F238E27FC236}">
                <a16:creationId xmlns:a16="http://schemas.microsoft.com/office/drawing/2014/main" id="{EBA52BB6-2B69-5F91-E382-8663314C6C2B}"/>
              </a:ext>
            </a:extLst>
          </p:cNvPr>
          <p:cNvCxnSpPr>
            <a:stCxn id="8" idx="3"/>
            <a:endCxn id="7" idx="1"/>
          </p:cNvCxnSpPr>
          <p:nvPr/>
        </p:nvCxnSpPr>
        <p:spPr>
          <a:xfrm>
            <a:off x="6369661" y="694894"/>
            <a:ext cx="327168" cy="1492705"/>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sp>
        <p:nvSpPr>
          <p:cNvPr id="11" name="Rectangle 10">
            <a:extLst>
              <a:ext uri="{FF2B5EF4-FFF2-40B4-BE49-F238E27FC236}">
                <a16:creationId xmlns:a16="http://schemas.microsoft.com/office/drawing/2014/main" id="{F4A70555-5CFD-C89A-5CAD-726C6D4D2C58}"/>
              </a:ext>
            </a:extLst>
          </p:cNvPr>
          <p:cNvSpPr/>
          <p:nvPr/>
        </p:nvSpPr>
        <p:spPr>
          <a:xfrm>
            <a:off x="212263" y="4405967"/>
            <a:ext cx="5754361" cy="2009537"/>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Allows selecting a game captain. Voluntary unless “manage captain on court” is selected in options</a:t>
            </a:r>
            <a:endParaRPr lang="en-GB" dirty="0"/>
          </a:p>
        </p:txBody>
      </p:sp>
      <p:pic>
        <p:nvPicPr>
          <p:cNvPr id="14" name="Picture 13" descr="A screenshot of a video game&#10;&#10;AI-generated content may be incorrect.">
            <a:extLst>
              <a:ext uri="{FF2B5EF4-FFF2-40B4-BE49-F238E27FC236}">
                <a16:creationId xmlns:a16="http://schemas.microsoft.com/office/drawing/2014/main" id="{D3887501-C909-7B00-8D4A-EAF051EB9591}"/>
              </a:ext>
            </a:extLst>
          </p:cNvPr>
          <p:cNvPicPr>
            <a:picLocks noChangeAspect="1"/>
          </p:cNvPicPr>
          <p:nvPr/>
        </p:nvPicPr>
        <p:blipFill>
          <a:blip r:embed="rId4"/>
          <a:stretch>
            <a:fillRect/>
          </a:stretch>
        </p:blipFill>
        <p:spPr>
          <a:xfrm>
            <a:off x="6696829" y="3881266"/>
            <a:ext cx="5044271" cy="2515576"/>
          </a:xfrm>
          <a:prstGeom prst="rect">
            <a:avLst/>
          </a:prstGeom>
        </p:spPr>
      </p:pic>
      <p:sp>
        <p:nvSpPr>
          <p:cNvPr id="15" name="Oval 14">
            <a:extLst>
              <a:ext uri="{FF2B5EF4-FFF2-40B4-BE49-F238E27FC236}">
                <a16:creationId xmlns:a16="http://schemas.microsoft.com/office/drawing/2014/main" id="{D6AC409B-6727-B752-BBBB-8BC23EC1D4EE}"/>
              </a:ext>
            </a:extLst>
          </p:cNvPr>
          <p:cNvSpPr/>
          <p:nvPr/>
        </p:nvSpPr>
        <p:spPr>
          <a:xfrm>
            <a:off x="8255914" y="2187598"/>
            <a:ext cx="473646" cy="450347"/>
          </a:xfrm>
          <a:prstGeom prst="ellipse">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7" name="Straight Connector 16">
            <a:extLst>
              <a:ext uri="{FF2B5EF4-FFF2-40B4-BE49-F238E27FC236}">
                <a16:creationId xmlns:a16="http://schemas.microsoft.com/office/drawing/2014/main" id="{155A7276-E359-4A0D-7ED1-628E1C9852E1}"/>
              </a:ext>
            </a:extLst>
          </p:cNvPr>
          <p:cNvCxnSpPr>
            <a:cxnSpLocks/>
            <a:stCxn id="15" idx="4"/>
          </p:cNvCxnSpPr>
          <p:nvPr/>
        </p:nvCxnSpPr>
        <p:spPr>
          <a:xfrm>
            <a:off x="8492737" y="2637945"/>
            <a:ext cx="2072201" cy="3216846"/>
          </a:xfrm>
          <a:prstGeom prst="line">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622465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258697-6267-FE00-4AA0-02CBB63D5704}"/>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0991E799-9341-A604-EABF-C159F4C3BBD7}"/>
              </a:ext>
            </a:extLst>
          </p:cNvPr>
          <p:cNvSpPr/>
          <p:nvPr/>
        </p:nvSpPr>
        <p:spPr>
          <a:xfrm>
            <a:off x="0" y="0"/>
            <a:ext cx="12192000" cy="37992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Libero in/out</a:t>
            </a:r>
            <a:endParaRPr lang="en-GB" dirty="0"/>
          </a:p>
        </p:txBody>
      </p:sp>
      <p:pic>
        <p:nvPicPr>
          <p:cNvPr id="5" name="Picture 4" descr="A screenshot of a video game&#10;&#10;AI-generated content may be incorrect.">
            <a:extLst>
              <a:ext uri="{FF2B5EF4-FFF2-40B4-BE49-F238E27FC236}">
                <a16:creationId xmlns:a16="http://schemas.microsoft.com/office/drawing/2014/main" id="{93DBF97B-0B90-269B-6B89-822F0C32C9C0}"/>
              </a:ext>
            </a:extLst>
          </p:cNvPr>
          <p:cNvPicPr>
            <a:picLocks noChangeAspect="1"/>
          </p:cNvPicPr>
          <p:nvPr/>
        </p:nvPicPr>
        <p:blipFill>
          <a:blip r:embed="rId2"/>
          <a:stretch>
            <a:fillRect/>
          </a:stretch>
        </p:blipFill>
        <p:spPr>
          <a:xfrm>
            <a:off x="619931" y="645817"/>
            <a:ext cx="4714068" cy="1925464"/>
          </a:xfrm>
          <a:prstGeom prst="rect">
            <a:avLst/>
          </a:prstGeom>
        </p:spPr>
      </p:pic>
      <p:pic>
        <p:nvPicPr>
          <p:cNvPr id="9" name="Picture 8" descr="A screenshot of a game&#10;&#10;AI-generated content may be incorrect.">
            <a:extLst>
              <a:ext uri="{FF2B5EF4-FFF2-40B4-BE49-F238E27FC236}">
                <a16:creationId xmlns:a16="http://schemas.microsoft.com/office/drawing/2014/main" id="{2C80A63C-14D6-2868-0085-8DA9B9A9F66B}"/>
              </a:ext>
            </a:extLst>
          </p:cNvPr>
          <p:cNvPicPr>
            <a:picLocks noChangeAspect="1"/>
          </p:cNvPicPr>
          <p:nvPr/>
        </p:nvPicPr>
        <p:blipFill>
          <a:blip r:embed="rId3"/>
          <a:stretch>
            <a:fillRect/>
          </a:stretch>
        </p:blipFill>
        <p:spPr>
          <a:xfrm>
            <a:off x="6408548" y="645817"/>
            <a:ext cx="4905215" cy="1930247"/>
          </a:xfrm>
          <a:prstGeom prst="rect">
            <a:avLst/>
          </a:prstGeom>
        </p:spPr>
      </p:pic>
      <p:pic>
        <p:nvPicPr>
          <p:cNvPr id="16" name="Picture 15" descr="A screenshot of a video game&#10;&#10;AI-generated content may be incorrect.">
            <a:extLst>
              <a:ext uri="{FF2B5EF4-FFF2-40B4-BE49-F238E27FC236}">
                <a16:creationId xmlns:a16="http://schemas.microsoft.com/office/drawing/2014/main" id="{A2521912-08A5-D698-E5D8-B74EC23BD1FC}"/>
              </a:ext>
            </a:extLst>
          </p:cNvPr>
          <p:cNvPicPr>
            <a:picLocks noChangeAspect="1"/>
          </p:cNvPicPr>
          <p:nvPr/>
        </p:nvPicPr>
        <p:blipFill>
          <a:blip r:embed="rId4"/>
          <a:stretch>
            <a:fillRect/>
          </a:stretch>
        </p:blipFill>
        <p:spPr>
          <a:xfrm>
            <a:off x="6408548" y="4281937"/>
            <a:ext cx="5171801" cy="1930246"/>
          </a:xfrm>
          <a:prstGeom prst="rect">
            <a:avLst/>
          </a:prstGeom>
        </p:spPr>
      </p:pic>
      <p:pic>
        <p:nvPicPr>
          <p:cNvPr id="19" name="Picture 18" descr="A screenshot of a video game&#10;&#10;AI-generated content may be incorrect.">
            <a:extLst>
              <a:ext uri="{FF2B5EF4-FFF2-40B4-BE49-F238E27FC236}">
                <a16:creationId xmlns:a16="http://schemas.microsoft.com/office/drawing/2014/main" id="{9EF8E422-15B0-1F87-BF99-35B26995D248}"/>
              </a:ext>
            </a:extLst>
          </p:cNvPr>
          <p:cNvPicPr>
            <a:picLocks noChangeAspect="1"/>
          </p:cNvPicPr>
          <p:nvPr/>
        </p:nvPicPr>
        <p:blipFill>
          <a:blip r:embed="rId5"/>
          <a:stretch>
            <a:fillRect/>
          </a:stretch>
        </p:blipFill>
        <p:spPr>
          <a:xfrm>
            <a:off x="619931" y="4286720"/>
            <a:ext cx="4602998" cy="1935138"/>
          </a:xfrm>
          <a:prstGeom prst="rect">
            <a:avLst/>
          </a:prstGeom>
        </p:spPr>
      </p:pic>
      <p:sp>
        <p:nvSpPr>
          <p:cNvPr id="20" name="Rectangle 19">
            <a:extLst>
              <a:ext uri="{FF2B5EF4-FFF2-40B4-BE49-F238E27FC236}">
                <a16:creationId xmlns:a16="http://schemas.microsoft.com/office/drawing/2014/main" id="{3E03CFD3-DB8C-C06A-F0C8-D8BBBAD07C1C}"/>
              </a:ext>
            </a:extLst>
          </p:cNvPr>
          <p:cNvSpPr/>
          <p:nvPr/>
        </p:nvSpPr>
        <p:spPr>
          <a:xfrm>
            <a:off x="654187" y="2690242"/>
            <a:ext cx="10659576" cy="379927"/>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Open the replace libero on either the player on the court or on the libero itself</a:t>
            </a:r>
            <a:endParaRPr lang="en-GB" dirty="0"/>
          </a:p>
        </p:txBody>
      </p:sp>
      <p:sp>
        <p:nvSpPr>
          <p:cNvPr id="21" name="Rectangle 20">
            <a:extLst>
              <a:ext uri="{FF2B5EF4-FFF2-40B4-BE49-F238E27FC236}">
                <a16:creationId xmlns:a16="http://schemas.microsoft.com/office/drawing/2014/main" id="{901D14B9-A241-0E3A-CC01-52D7BB7A4DFA}"/>
              </a:ext>
            </a:extLst>
          </p:cNvPr>
          <p:cNvSpPr/>
          <p:nvPr/>
        </p:nvSpPr>
        <p:spPr>
          <a:xfrm>
            <a:off x="619931" y="3783049"/>
            <a:ext cx="10659576" cy="379927"/>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Drag and drop the libero on the court player or vice-versa</a:t>
            </a:r>
            <a:endParaRPr lang="en-GB" dirty="0"/>
          </a:p>
        </p:txBody>
      </p:sp>
    </p:spTree>
    <p:extLst>
      <p:ext uri="{BB962C8B-B14F-4D97-AF65-F5344CB8AC3E}">
        <p14:creationId xmlns:p14="http://schemas.microsoft.com/office/powerpoint/2010/main" val="14792029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02155E-67B1-816A-3464-BA88B3ACD986}"/>
            </a:ext>
          </a:extLst>
        </p:cNvPr>
        <p:cNvGrpSpPr/>
        <p:nvPr/>
      </p:nvGrpSpPr>
      <p:grpSpPr>
        <a:xfrm>
          <a:off x="0" y="0"/>
          <a:ext cx="0" cy="0"/>
          <a:chOff x="0" y="0"/>
          <a:chExt cx="0" cy="0"/>
        </a:xfrm>
      </p:grpSpPr>
      <p:pic>
        <p:nvPicPr>
          <p:cNvPr id="3" name="Picture 2" descr="A screenshot of a computer game&#10;&#10;AI-generated content may be incorrect.">
            <a:extLst>
              <a:ext uri="{FF2B5EF4-FFF2-40B4-BE49-F238E27FC236}">
                <a16:creationId xmlns:a16="http://schemas.microsoft.com/office/drawing/2014/main" id="{59124BEE-5AB3-5E3F-3FF1-3040EEBE3D54}"/>
              </a:ext>
            </a:extLst>
          </p:cNvPr>
          <p:cNvPicPr>
            <a:picLocks noChangeAspect="1"/>
          </p:cNvPicPr>
          <p:nvPr/>
        </p:nvPicPr>
        <p:blipFill>
          <a:blip r:embed="rId2"/>
          <a:stretch>
            <a:fillRect/>
          </a:stretch>
        </p:blipFill>
        <p:spPr>
          <a:xfrm>
            <a:off x="116238" y="323678"/>
            <a:ext cx="8065265" cy="6371559"/>
          </a:xfrm>
          <a:prstGeom prst="rect">
            <a:avLst/>
          </a:prstGeom>
        </p:spPr>
      </p:pic>
      <p:sp>
        <p:nvSpPr>
          <p:cNvPr id="12" name="Rectangle 11">
            <a:extLst>
              <a:ext uri="{FF2B5EF4-FFF2-40B4-BE49-F238E27FC236}">
                <a16:creationId xmlns:a16="http://schemas.microsoft.com/office/drawing/2014/main" id="{B7AC2278-CBC3-FDA4-3FF6-58C344713950}"/>
              </a:ext>
            </a:extLst>
          </p:cNvPr>
          <p:cNvSpPr/>
          <p:nvPr/>
        </p:nvSpPr>
        <p:spPr>
          <a:xfrm>
            <a:off x="0" y="0"/>
            <a:ext cx="12192000" cy="37992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Match begins - Rally</a:t>
            </a:r>
            <a:endParaRPr lang="en-GB" dirty="0"/>
          </a:p>
        </p:txBody>
      </p:sp>
      <p:sp>
        <p:nvSpPr>
          <p:cNvPr id="4" name="Oval 3">
            <a:extLst>
              <a:ext uri="{FF2B5EF4-FFF2-40B4-BE49-F238E27FC236}">
                <a16:creationId xmlns:a16="http://schemas.microsoft.com/office/drawing/2014/main" id="{998AAF77-8420-4DF8-FFD5-74281C68BF5D}"/>
              </a:ext>
            </a:extLst>
          </p:cNvPr>
          <p:cNvSpPr/>
          <p:nvPr/>
        </p:nvSpPr>
        <p:spPr>
          <a:xfrm>
            <a:off x="2952427" y="4905214"/>
            <a:ext cx="2487478" cy="1534332"/>
          </a:xfrm>
          <a:prstGeom prst="ellipse">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7" name="Straight Arrow Connector 6">
            <a:extLst>
              <a:ext uri="{FF2B5EF4-FFF2-40B4-BE49-F238E27FC236}">
                <a16:creationId xmlns:a16="http://schemas.microsoft.com/office/drawing/2014/main" id="{4F84D846-1E04-9C23-08C6-9F73ECE7549B}"/>
              </a:ext>
            </a:extLst>
          </p:cNvPr>
          <p:cNvCxnSpPr>
            <a:cxnSpLocks/>
            <a:endCxn id="8" idx="1"/>
          </p:cNvCxnSpPr>
          <p:nvPr/>
        </p:nvCxnSpPr>
        <p:spPr>
          <a:xfrm flipV="1">
            <a:off x="5439905" y="5752672"/>
            <a:ext cx="2859437" cy="13493"/>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8" name="Rectangle 7">
            <a:extLst>
              <a:ext uri="{FF2B5EF4-FFF2-40B4-BE49-F238E27FC236}">
                <a16:creationId xmlns:a16="http://schemas.microsoft.com/office/drawing/2014/main" id="{14091B15-11DA-5C63-315D-21D3542AE651}"/>
              </a:ext>
            </a:extLst>
          </p:cNvPr>
          <p:cNvSpPr/>
          <p:nvPr/>
        </p:nvSpPr>
        <p:spPr>
          <a:xfrm>
            <a:off x="8299342" y="5065798"/>
            <a:ext cx="3933763" cy="137374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Point left or right</a:t>
            </a:r>
          </a:p>
          <a:p>
            <a:pPr algn="ctr"/>
            <a:r>
              <a:rPr lang="en-US" dirty="0"/>
              <a:t>Replay rally or undo</a:t>
            </a:r>
            <a:endParaRPr lang="en-GB" dirty="0"/>
          </a:p>
        </p:txBody>
      </p:sp>
      <p:sp>
        <p:nvSpPr>
          <p:cNvPr id="11" name="Rectangle 10">
            <a:extLst>
              <a:ext uri="{FF2B5EF4-FFF2-40B4-BE49-F238E27FC236}">
                <a16:creationId xmlns:a16="http://schemas.microsoft.com/office/drawing/2014/main" id="{6F1715CB-62D8-C6E8-11DB-4DF1EFB07893}"/>
              </a:ext>
            </a:extLst>
          </p:cNvPr>
          <p:cNvSpPr/>
          <p:nvPr/>
        </p:nvSpPr>
        <p:spPr>
          <a:xfrm>
            <a:off x="8299343" y="773203"/>
            <a:ext cx="3456122" cy="137374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Player at serve indicator for quicker check</a:t>
            </a:r>
            <a:endParaRPr lang="en-GB" dirty="0"/>
          </a:p>
        </p:txBody>
      </p:sp>
      <p:sp>
        <p:nvSpPr>
          <p:cNvPr id="13" name="Oval 12">
            <a:extLst>
              <a:ext uri="{FF2B5EF4-FFF2-40B4-BE49-F238E27FC236}">
                <a16:creationId xmlns:a16="http://schemas.microsoft.com/office/drawing/2014/main" id="{500B2594-4532-8BC6-E1F9-A6A25440864A}"/>
              </a:ext>
            </a:extLst>
          </p:cNvPr>
          <p:cNvSpPr/>
          <p:nvPr/>
        </p:nvSpPr>
        <p:spPr>
          <a:xfrm>
            <a:off x="5920351" y="1005677"/>
            <a:ext cx="1063995" cy="935622"/>
          </a:xfrm>
          <a:prstGeom prst="ellipse">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4" name="Straight Arrow Connector 13">
            <a:extLst>
              <a:ext uri="{FF2B5EF4-FFF2-40B4-BE49-F238E27FC236}">
                <a16:creationId xmlns:a16="http://schemas.microsoft.com/office/drawing/2014/main" id="{A44E8868-87A1-5D8A-1073-881A4264DA96}"/>
              </a:ext>
            </a:extLst>
          </p:cNvPr>
          <p:cNvCxnSpPr>
            <a:cxnSpLocks/>
          </p:cNvCxnSpPr>
          <p:nvPr/>
        </p:nvCxnSpPr>
        <p:spPr>
          <a:xfrm flipV="1">
            <a:off x="7047517" y="1483324"/>
            <a:ext cx="1314997" cy="13411"/>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24" name="Rectangle 23">
            <a:extLst>
              <a:ext uri="{FF2B5EF4-FFF2-40B4-BE49-F238E27FC236}">
                <a16:creationId xmlns:a16="http://schemas.microsoft.com/office/drawing/2014/main" id="{4CB38782-7CFA-EB7F-1F9F-C3913C872443}"/>
              </a:ext>
            </a:extLst>
          </p:cNvPr>
          <p:cNvSpPr/>
          <p:nvPr/>
        </p:nvSpPr>
        <p:spPr>
          <a:xfrm>
            <a:off x="8299342" y="796450"/>
            <a:ext cx="3456122" cy="137374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Player at serve indicator for quicker check</a:t>
            </a:r>
            <a:endParaRPr lang="en-GB" dirty="0"/>
          </a:p>
        </p:txBody>
      </p:sp>
    </p:spTree>
    <p:extLst>
      <p:ext uri="{BB962C8B-B14F-4D97-AF65-F5344CB8AC3E}">
        <p14:creationId xmlns:p14="http://schemas.microsoft.com/office/powerpoint/2010/main" val="34512906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BCFC4B-D419-196E-96EA-2FCD841F7977}"/>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B07F261B-F42F-EF1A-12D2-686484ABDB75}"/>
              </a:ext>
            </a:extLst>
          </p:cNvPr>
          <p:cNvSpPr/>
          <p:nvPr/>
        </p:nvSpPr>
        <p:spPr>
          <a:xfrm>
            <a:off x="0" y="0"/>
            <a:ext cx="12192000" cy="37992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Between rallies</a:t>
            </a:r>
            <a:endParaRPr lang="en-GB" dirty="0"/>
          </a:p>
        </p:txBody>
      </p:sp>
      <p:pic>
        <p:nvPicPr>
          <p:cNvPr id="5" name="Picture 4" descr="A screenshot of a video game&#10;&#10;AI-generated content may be incorrect.">
            <a:extLst>
              <a:ext uri="{FF2B5EF4-FFF2-40B4-BE49-F238E27FC236}">
                <a16:creationId xmlns:a16="http://schemas.microsoft.com/office/drawing/2014/main" id="{35666986-A3FA-A98E-6469-EBADD4AA3ABD}"/>
              </a:ext>
            </a:extLst>
          </p:cNvPr>
          <p:cNvPicPr>
            <a:picLocks noChangeAspect="1"/>
          </p:cNvPicPr>
          <p:nvPr/>
        </p:nvPicPr>
        <p:blipFill>
          <a:blip r:embed="rId3"/>
          <a:stretch>
            <a:fillRect/>
          </a:stretch>
        </p:blipFill>
        <p:spPr>
          <a:xfrm>
            <a:off x="1503563" y="379927"/>
            <a:ext cx="9184873" cy="6478073"/>
          </a:xfrm>
          <a:prstGeom prst="rect">
            <a:avLst/>
          </a:prstGeom>
        </p:spPr>
      </p:pic>
      <p:sp>
        <p:nvSpPr>
          <p:cNvPr id="6" name="Call-out: Double Bent Line 5">
            <a:extLst>
              <a:ext uri="{FF2B5EF4-FFF2-40B4-BE49-F238E27FC236}">
                <a16:creationId xmlns:a16="http://schemas.microsoft.com/office/drawing/2014/main" id="{0168C6C7-7D3E-E1AF-E0A9-72AA76C803D8}"/>
              </a:ext>
            </a:extLst>
          </p:cNvPr>
          <p:cNvSpPr/>
          <p:nvPr/>
        </p:nvSpPr>
        <p:spPr>
          <a:xfrm>
            <a:off x="11089038" y="1237492"/>
            <a:ext cx="891022" cy="583559"/>
          </a:xfrm>
          <a:prstGeom prst="borderCallout3">
            <a:avLst>
              <a:gd name="adj1" fmla="val 51078"/>
              <a:gd name="adj2" fmla="val 926"/>
              <a:gd name="adj3" fmla="val 52003"/>
              <a:gd name="adj4" fmla="val -22778"/>
              <a:gd name="adj5" fmla="val 39102"/>
              <a:gd name="adj6" fmla="val -36713"/>
              <a:gd name="adj7" fmla="val -141"/>
              <a:gd name="adj8" fmla="val -146054"/>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Click for TO</a:t>
            </a:r>
            <a:endParaRPr lang="en-GB" sz="1600" dirty="0"/>
          </a:p>
        </p:txBody>
      </p:sp>
      <p:sp>
        <p:nvSpPr>
          <p:cNvPr id="9" name="Call-out: Double Bent Line 8">
            <a:extLst>
              <a:ext uri="{FF2B5EF4-FFF2-40B4-BE49-F238E27FC236}">
                <a16:creationId xmlns:a16="http://schemas.microsoft.com/office/drawing/2014/main" id="{07E2BB27-CDE2-3666-383D-5D494E2A6452}"/>
              </a:ext>
            </a:extLst>
          </p:cNvPr>
          <p:cNvSpPr/>
          <p:nvPr/>
        </p:nvSpPr>
        <p:spPr>
          <a:xfrm>
            <a:off x="10934055" y="1994326"/>
            <a:ext cx="1201118" cy="1291316"/>
          </a:xfrm>
          <a:prstGeom prst="borderCallout3">
            <a:avLst>
              <a:gd name="adj1" fmla="val 51078"/>
              <a:gd name="adj2" fmla="val 926"/>
              <a:gd name="adj3" fmla="val 52003"/>
              <a:gd name="adj4" fmla="val -22778"/>
              <a:gd name="adj5" fmla="val 39102"/>
              <a:gd name="adj6" fmla="val -36713"/>
              <a:gd name="adj7" fmla="val -10079"/>
              <a:gd name="adj8" fmla="val -89696"/>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Click for delay sanctions</a:t>
            </a:r>
            <a:endParaRPr lang="en-GB" sz="1600" dirty="0"/>
          </a:p>
        </p:txBody>
      </p:sp>
      <p:sp>
        <p:nvSpPr>
          <p:cNvPr id="10" name="Call-out: Double Bent Line 9">
            <a:extLst>
              <a:ext uri="{FF2B5EF4-FFF2-40B4-BE49-F238E27FC236}">
                <a16:creationId xmlns:a16="http://schemas.microsoft.com/office/drawing/2014/main" id="{84CEAFC4-C503-B85B-E6F6-41B888DCABA2}"/>
              </a:ext>
            </a:extLst>
          </p:cNvPr>
          <p:cNvSpPr/>
          <p:nvPr/>
        </p:nvSpPr>
        <p:spPr>
          <a:xfrm>
            <a:off x="10748075" y="3421252"/>
            <a:ext cx="1387033" cy="1212741"/>
          </a:xfrm>
          <a:prstGeom prst="borderCallout3">
            <a:avLst>
              <a:gd name="adj1" fmla="val 51078"/>
              <a:gd name="adj2" fmla="val 926"/>
              <a:gd name="adj3" fmla="val 23249"/>
              <a:gd name="adj4" fmla="val -7693"/>
              <a:gd name="adj5" fmla="val -16489"/>
              <a:gd name="adj6" fmla="val -9896"/>
              <a:gd name="adj7" fmla="val -32915"/>
              <a:gd name="adj8" fmla="val -49709"/>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Click for substitutions and sanctions</a:t>
            </a:r>
            <a:endParaRPr lang="en-GB" sz="1600" dirty="0"/>
          </a:p>
        </p:txBody>
      </p:sp>
      <p:sp>
        <p:nvSpPr>
          <p:cNvPr id="15" name="Call-out: Double Bent Line 14">
            <a:extLst>
              <a:ext uri="{FF2B5EF4-FFF2-40B4-BE49-F238E27FC236}">
                <a16:creationId xmlns:a16="http://schemas.microsoft.com/office/drawing/2014/main" id="{809D0364-4D37-B964-FA5F-8FA9D5595877}"/>
              </a:ext>
            </a:extLst>
          </p:cNvPr>
          <p:cNvSpPr/>
          <p:nvPr/>
        </p:nvSpPr>
        <p:spPr>
          <a:xfrm>
            <a:off x="10748075" y="4900041"/>
            <a:ext cx="1387033" cy="1212741"/>
          </a:xfrm>
          <a:prstGeom prst="borderCallout3">
            <a:avLst>
              <a:gd name="adj1" fmla="val 51078"/>
              <a:gd name="adj2" fmla="val 926"/>
              <a:gd name="adj3" fmla="val 23249"/>
              <a:gd name="adj4" fmla="val -7693"/>
              <a:gd name="adj5" fmla="val -16489"/>
              <a:gd name="adj6" fmla="val -9896"/>
              <a:gd name="adj7" fmla="val -92340"/>
              <a:gd name="adj8" fmla="val -53061"/>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Click for sanctions</a:t>
            </a:r>
            <a:endParaRPr lang="en-GB" sz="1600" dirty="0"/>
          </a:p>
        </p:txBody>
      </p:sp>
      <p:sp>
        <p:nvSpPr>
          <p:cNvPr id="16" name="Call-out: Double Bent Line 15">
            <a:extLst>
              <a:ext uri="{FF2B5EF4-FFF2-40B4-BE49-F238E27FC236}">
                <a16:creationId xmlns:a16="http://schemas.microsoft.com/office/drawing/2014/main" id="{EC30BEFF-F296-C84E-F52A-CEED8C050F5E}"/>
              </a:ext>
            </a:extLst>
          </p:cNvPr>
          <p:cNvSpPr/>
          <p:nvPr/>
        </p:nvSpPr>
        <p:spPr>
          <a:xfrm>
            <a:off x="3461289" y="5029194"/>
            <a:ext cx="1387033" cy="1212741"/>
          </a:xfrm>
          <a:prstGeom prst="borderCallout3">
            <a:avLst>
              <a:gd name="adj1" fmla="val 51078"/>
              <a:gd name="adj2" fmla="val 926"/>
              <a:gd name="adj3" fmla="val 23249"/>
              <a:gd name="adj4" fmla="val -7693"/>
              <a:gd name="adj5" fmla="val -16489"/>
              <a:gd name="adj6" fmla="val -9896"/>
              <a:gd name="adj7" fmla="val -130679"/>
              <a:gd name="adj8" fmla="val 47502"/>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Click any player for </a:t>
            </a:r>
            <a:r>
              <a:rPr lang="en-US" sz="1600" dirty="0" err="1"/>
              <a:t>substitions</a:t>
            </a:r>
            <a:r>
              <a:rPr lang="en-US" sz="1600" dirty="0"/>
              <a:t>, sanctions, injury</a:t>
            </a:r>
            <a:endParaRPr lang="en-GB" sz="1600" dirty="0"/>
          </a:p>
        </p:txBody>
      </p:sp>
    </p:spTree>
    <p:extLst>
      <p:ext uri="{BB962C8B-B14F-4D97-AF65-F5344CB8AC3E}">
        <p14:creationId xmlns:p14="http://schemas.microsoft.com/office/powerpoint/2010/main" val="2664649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F9541E-5CC8-12E5-8BEE-11C05349D0E2}"/>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39764BF8-4473-F943-A0A2-08BEF92D994A}"/>
              </a:ext>
            </a:extLst>
          </p:cNvPr>
          <p:cNvSpPr/>
          <p:nvPr/>
        </p:nvSpPr>
        <p:spPr>
          <a:xfrm>
            <a:off x="0" y="0"/>
            <a:ext cx="12192000" cy="37992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Between rallies</a:t>
            </a:r>
            <a:endParaRPr lang="en-GB" dirty="0"/>
          </a:p>
        </p:txBody>
      </p:sp>
      <p:pic>
        <p:nvPicPr>
          <p:cNvPr id="3" name="Picture 2" descr="A screenshot of a video game&#10;&#10;AI-generated content may be incorrect.">
            <a:extLst>
              <a:ext uri="{FF2B5EF4-FFF2-40B4-BE49-F238E27FC236}">
                <a16:creationId xmlns:a16="http://schemas.microsoft.com/office/drawing/2014/main" id="{F7677368-7105-B49A-07B7-74B70C40A7BB}"/>
              </a:ext>
            </a:extLst>
          </p:cNvPr>
          <p:cNvPicPr>
            <a:picLocks noChangeAspect="1"/>
          </p:cNvPicPr>
          <p:nvPr/>
        </p:nvPicPr>
        <p:blipFill>
          <a:blip r:embed="rId3"/>
          <a:stretch>
            <a:fillRect/>
          </a:stretch>
        </p:blipFill>
        <p:spPr>
          <a:xfrm>
            <a:off x="116236" y="481359"/>
            <a:ext cx="5579391" cy="2811321"/>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id="{73A2397C-46CF-F61D-76AE-CD6ADB00BE1F}"/>
              </a:ext>
            </a:extLst>
          </p:cNvPr>
          <p:cNvPicPr>
            <a:picLocks noChangeAspect="1"/>
          </p:cNvPicPr>
          <p:nvPr/>
        </p:nvPicPr>
        <p:blipFill>
          <a:blip r:embed="rId4"/>
          <a:stretch>
            <a:fillRect/>
          </a:stretch>
        </p:blipFill>
        <p:spPr>
          <a:xfrm>
            <a:off x="116236" y="3394112"/>
            <a:ext cx="6930325" cy="2799851"/>
          </a:xfrm>
          <a:prstGeom prst="rect">
            <a:avLst/>
          </a:prstGeom>
        </p:spPr>
      </p:pic>
      <p:pic>
        <p:nvPicPr>
          <p:cNvPr id="11" name="Picture 10" descr="A screenshot of a computer&#10;&#10;AI-generated content may be incorrect.">
            <a:extLst>
              <a:ext uri="{FF2B5EF4-FFF2-40B4-BE49-F238E27FC236}">
                <a16:creationId xmlns:a16="http://schemas.microsoft.com/office/drawing/2014/main" id="{11F0CEDD-B8F0-017C-E1EE-CFD533170E3A}"/>
              </a:ext>
            </a:extLst>
          </p:cNvPr>
          <p:cNvPicPr>
            <a:picLocks noChangeAspect="1"/>
          </p:cNvPicPr>
          <p:nvPr/>
        </p:nvPicPr>
        <p:blipFill>
          <a:blip r:embed="rId5"/>
          <a:stretch>
            <a:fillRect/>
          </a:stretch>
        </p:blipFill>
        <p:spPr>
          <a:xfrm>
            <a:off x="7846074" y="481359"/>
            <a:ext cx="4229690" cy="3372321"/>
          </a:xfrm>
          <a:prstGeom prst="rect">
            <a:avLst/>
          </a:prstGeom>
        </p:spPr>
      </p:pic>
      <p:pic>
        <p:nvPicPr>
          <p:cNvPr id="14" name="Picture 13" descr="A screenshot of a video game&#10;&#10;AI-generated content may be incorrect.">
            <a:extLst>
              <a:ext uri="{FF2B5EF4-FFF2-40B4-BE49-F238E27FC236}">
                <a16:creationId xmlns:a16="http://schemas.microsoft.com/office/drawing/2014/main" id="{7F3BF070-3CF5-838D-4CF2-7CF01B2539B6}"/>
              </a:ext>
            </a:extLst>
          </p:cNvPr>
          <p:cNvPicPr>
            <a:picLocks noChangeAspect="1"/>
          </p:cNvPicPr>
          <p:nvPr/>
        </p:nvPicPr>
        <p:blipFill>
          <a:blip r:embed="rId6"/>
          <a:stretch>
            <a:fillRect/>
          </a:stretch>
        </p:blipFill>
        <p:spPr>
          <a:xfrm>
            <a:off x="8252847" y="4340286"/>
            <a:ext cx="3215403" cy="2040230"/>
          </a:xfrm>
          <a:prstGeom prst="rect">
            <a:avLst/>
          </a:prstGeom>
        </p:spPr>
      </p:pic>
    </p:spTree>
    <p:extLst>
      <p:ext uri="{BB962C8B-B14F-4D97-AF65-F5344CB8AC3E}">
        <p14:creationId xmlns:p14="http://schemas.microsoft.com/office/powerpoint/2010/main" val="33150485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7C651A-CDE4-9AD3-7F8A-FD6AFED66781}"/>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8FE56410-C1B5-D387-1D03-12680BF44042}"/>
              </a:ext>
            </a:extLst>
          </p:cNvPr>
          <p:cNvSpPr/>
          <p:nvPr/>
        </p:nvSpPr>
        <p:spPr>
          <a:xfrm>
            <a:off x="0" y="0"/>
            <a:ext cx="12192000" cy="37992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Sanctions</a:t>
            </a:r>
            <a:endParaRPr lang="en-GB" dirty="0"/>
          </a:p>
        </p:txBody>
      </p:sp>
      <p:pic>
        <p:nvPicPr>
          <p:cNvPr id="4" name="Picture 3" descr="A screenshot of a video game&#10;&#10;AI-generated content may be incorrect.">
            <a:extLst>
              <a:ext uri="{FF2B5EF4-FFF2-40B4-BE49-F238E27FC236}">
                <a16:creationId xmlns:a16="http://schemas.microsoft.com/office/drawing/2014/main" id="{0CC49B32-34DA-6E16-07EC-1F7B2CCD3452}"/>
              </a:ext>
            </a:extLst>
          </p:cNvPr>
          <p:cNvPicPr>
            <a:picLocks noChangeAspect="1"/>
          </p:cNvPicPr>
          <p:nvPr/>
        </p:nvPicPr>
        <p:blipFill>
          <a:blip r:embed="rId3"/>
          <a:stretch>
            <a:fillRect/>
          </a:stretch>
        </p:blipFill>
        <p:spPr>
          <a:xfrm>
            <a:off x="138744" y="542522"/>
            <a:ext cx="8287907" cy="5772956"/>
          </a:xfrm>
          <a:prstGeom prst="rect">
            <a:avLst/>
          </a:prstGeom>
        </p:spPr>
      </p:pic>
      <p:sp>
        <p:nvSpPr>
          <p:cNvPr id="5" name="Rectangle 4">
            <a:extLst>
              <a:ext uri="{FF2B5EF4-FFF2-40B4-BE49-F238E27FC236}">
                <a16:creationId xmlns:a16="http://schemas.microsoft.com/office/drawing/2014/main" id="{C92FC277-832F-B522-50FE-F13029C19540}"/>
              </a:ext>
            </a:extLst>
          </p:cNvPr>
          <p:cNvSpPr/>
          <p:nvPr/>
        </p:nvSpPr>
        <p:spPr>
          <a:xfrm>
            <a:off x="8485321" y="542522"/>
            <a:ext cx="3456122" cy="5772956"/>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Click on sanction to impose a sanction. If Expulsion or Disqualification and the player is on the court, it automatically opens the substitution modal. </a:t>
            </a:r>
            <a:br>
              <a:rPr lang="en-US" dirty="0"/>
            </a:br>
            <a:br>
              <a:rPr lang="en-US" dirty="0"/>
            </a:br>
            <a:r>
              <a:rPr lang="en-US" dirty="0"/>
              <a:t>Along with injury, if no regular substitution is possible, it opens the exceptional substitution modal</a:t>
            </a:r>
            <a:endParaRPr lang="en-GB" dirty="0"/>
          </a:p>
        </p:txBody>
      </p:sp>
    </p:spTree>
    <p:extLst>
      <p:ext uri="{BB962C8B-B14F-4D97-AF65-F5344CB8AC3E}">
        <p14:creationId xmlns:p14="http://schemas.microsoft.com/office/powerpoint/2010/main" val="4894042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60F13F-A2D4-0782-3C84-DFD87DEB10B0}"/>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148A5A99-3D6F-8C8F-1820-FA4D7823339E}"/>
              </a:ext>
            </a:extLst>
          </p:cNvPr>
          <p:cNvSpPr/>
          <p:nvPr/>
        </p:nvSpPr>
        <p:spPr>
          <a:xfrm>
            <a:off x="0" y="0"/>
            <a:ext cx="12192000" cy="37992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Libero modals</a:t>
            </a:r>
            <a:endParaRPr lang="en-GB" dirty="0"/>
          </a:p>
        </p:txBody>
      </p:sp>
      <p:pic>
        <p:nvPicPr>
          <p:cNvPr id="3" name="Picture 2" descr="A screenshot of a cellphone&#10;&#10;AI-generated content may be incorrect.">
            <a:extLst>
              <a:ext uri="{FF2B5EF4-FFF2-40B4-BE49-F238E27FC236}">
                <a16:creationId xmlns:a16="http://schemas.microsoft.com/office/drawing/2014/main" id="{378C3124-6D3C-0BAE-4C43-5E1FA5589715}"/>
              </a:ext>
            </a:extLst>
          </p:cNvPr>
          <p:cNvPicPr>
            <a:picLocks noChangeAspect="1"/>
          </p:cNvPicPr>
          <p:nvPr/>
        </p:nvPicPr>
        <p:blipFill>
          <a:blip r:embed="rId3"/>
          <a:stretch>
            <a:fillRect/>
          </a:stretch>
        </p:blipFill>
        <p:spPr>
          <a:xfrm>
            <a:off x="329815" y="501359"/>
            <a:ext cx="4744112" cy="5715798"/>
          </a:xfrm>
          <a:prstGeom prst="rect">
            <a:avLst/>
          </a:prstGeom>
        </p:spPr>
      </p:pic>
      <p:pic>
        <p:nvPicPr>
          <p:cNvPr id="7" name="Picture 6" descr="A screenshot of a game&#10;&#10;AI-generated content may be incorrect.">
            <a:extLst>
              <a:ext uri="{FF2B5EF4-FFF2-40B4-BE49-F238E27FC236}">
                <a16:creationId xmlns:a16="http://schemas.microsoft.com/office/drawing/2014/main" id="{10821E6C-3F53-91EB-6441-C17553C2CBC5}"/>
              </a:ext>
            </a:extLst>
          </p:cNvPr>
          <p:cNvPicPr>
            <a:picLocks noChangeAspect="1"/>
          </p:cNvPicPr>
          <p:nvPr/>
        </p:nvPicPr>
        <p:blipFill>
          <a:blip r:embed="rId4"/>
          <a:stretch>
            <a:fillRect/>
          </a:stretch>
        </p:blipFill>
        <p:spPr>
          <a:xfrm>
            <a:off x="7439911" y="1101518"/>
            <a:ext cx="4658375" cy="4515480"/>
          </a:xfrm>
          <a:prstGeom prst="rect">
            <a:avLst/>
          </a:prstGeom>
        </p:spPr>
      </p:pic>
      <p:sp>
        <p:nvSpPr>
          <p:cNvPr id="8" name="Rectangle 7">
            <a:extLst>
              <a:ext uri="{FF2B5EF4-FFF2-40B4-BE49-F238E27FC236}">
                <a16:creationId xmlns:a16="http://schemas.microsoft.com/office/drawing/2014/main" id="{F20E3A64-D994-AEFF-C509-E8687C9BF30A}"/>
              </a:ext>
            </a:extLst>
          </p:cNvPr>
          <p:cNvSpPr/>
          <p:nvPr/>
        </p:nvSpPr>
        <p:spPr>
          <a:xfrm>
            <a:off x="5109341" y="1611824"/>
            <a:ext cx="2008734" cy="3355302"/>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On by default, can be turned off in options</a:t>
            </a:r>
            <a:endParaRPr lang="en-GB" dirty="0"/>
          </a:p>
        </p:txBody>
      </p:sp>
    </p:spTree>
    <p:extLst>
      <p:ext uri="{BB962C8B-B14F-4D97-AF65-F5344CB8AC3E}">
        <p14:creationId xmlns:p14="http://schemas.microsoft.com/office/powerpoint/2010/main" val="1813656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1CE9D9-E487-C704-24B1-C3735189BABF}"/>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CEFFDD7D-5290-CD38-8813-B6E1542C62FF}"/>
              </a:ext>
            </a:extLst>
          </p:cNvPr>
          <p:cNvSpPr/>
          <p:nvPr/>
        </p:nvSpPr>
        <p:spPr>
          <a:xfrm>
            <a:off x="0" y="0"/>
            <a:ext cx="12192000" cy="37992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Decision change</a:t>
            </a:r>
            <a:endParaRPr lang="en-GB" dirty="0"/>
          </a:p>
        </p:txBody>
      </p:sp>
      <p:pic>
        <p:nvPicPr>
          <p:cNvPr id="4" name="Picture 3" descr="A screenshot of a video game&#10;&#10;AI-generated content may be incorrect.">
            <a:extLst>
              <a:ext uri="{FF2B5EF4-FFF2-40B4-BE49-F238E27FC236}">
                <a16:creationId xmlns:a16="http://schemas.microsoft.com/office/drawing/2014/main" id="{11173C8D-CFD5-950E-D847-409AC643291D}"/>
              </a:ext>
            </a:extLst>
          </p:cNvPr>
          <p:cNvPicPr>
            <a:picLocks noChangeAspect="1"/>
          </p:cNvPicPr>
          <p:nvPr/>
        </p:nvPicPr>
        <p:blipFill>
          <a:blip r:embed="rId3"/>
          <a:stretch>
            <a:fillRect/>
          </a:stretch>
        </p:blipFill>
        <p:spPr>
          <a:xfrm>
            <a:off x="196934" y="465502"/>
            <a:ext cx="3801005" cy="2486372"/>
          </a:xfrm>
          <a:prstGeom prst="rect">
            <a:avLst/>
          </a:prstGeom>
        </p:spPr>
      </p:pic>
      <p:sp>
        <p:nvSpPr>
          <p:cNvPr id="5" name="Rectangle 4">
            <a:extLst>
              <a:ext uri="{FF2B5EF4-FFF2-40B4-BE49-F238E27FC236}">
                <a16:creationId xmlns:a16="http://schemas.microsoft.com/office/drawing/2014/main" id="{F7525071-D494-2AA7-215B-B0D811E25061}"/>
              </a:ext>
            </a:extLst>
          </p:cNvPr>
          <p:cNvSpPr/>
          <p:nvPr/>
        </p:nvSpPr>
        <p:spPr>
          <a:xfrm>
            <a:off x="4324026" y="732335"/>
            <a:ext cx="3231398" cy="1952705"/>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After assigning a point, if the referee decides for a different outcome</a:t>
            </a:r>
            <a:endParaRPr lang="en-GB" dirty="0"/>
          </a:p>
        </p:txBody>
      </p:sp>
      <p:pic>
        <p:nvPicPr>
          <p:cNvPr id="9" name="Picture 8" descr="A screenshot of a computer&#10;&#10;AI-generated content may be incorrect.">
            <a:extLst>
              <a:ext uri="{FF2B5EF4-FFF2-40B4-BE49-F238E27FC236}">
                <a16:creationId xmlns:a16="http://schemas.microsoft.com/office/drawing/2014/main" id="{A2F76036-C6F4-3D98-799B-4043C2A91DAB}"/>
              </a:ext>
            </a:extLst>
          </p:cNvPr>
          <p:cNvPicPr>
            <a:picLocks noChangeAspect="1"/>
          </p:cNvPicPr>
          <p:nvPr/>
        </p:nvPicPr>
        <p:blipFill>
          <a:blip r:embed="rId4"/>
          <a:stretch>
            <a:fillRect/>
          </a:stretch>
        </p:blipFill>
        <p:spPr>
          <a:xfrm>
            <a:off x="1046135" y="3108909"/>
            <a:ext cx="4467979" cy="3650878"/>
          </a:xfrm>
          <a:prstGeom prst="rect">
            <a:avLst/>
          </a:prstGeom>
        </p:spPr>
      </p:pic>
      <p:pic>
        <p:nvPicPr>
          <p:cNvPr id="11" name="Picture 10" descr="A screenshot of a computer&#10;&#10;AI-generated content may be incorrect.">
            <a:extLst>
              <a:ext uri="{FF2B5EF4-FFF2-40B4-BE49-F238E27FC236}">
                <a16:creationId xmlns:a16="http://schemas.microsoft.com/office/drawing/2014/main" id="{9DD79114-EDD4-CAC8-2DEE-27A1517D06D3}"/>
              </a:ext>
            </a:extLst>
          </p:cNvPr>
          <p:cNvPicPr>
            <a:picLocks noChangeAspect="1"/>
          </p:cNvPicPr>
          <p:nvPr/>
        </p:nvPicPr>
        <p:blipFill>
          <a:blip r:embed="rId5"/>
          <a:stretch>
            <a:fillRect/>
          </a:stretch>
        </p:blipFill>
        <p:spPr>
          <a:xfrm>
            <a:off x="6207071" y="3108909"/>
            <a:ext cx="4086806" cy="3617828"/>
          </a:xfrm>
          <a:prstGeom prst="rect">
            <a:avLst/>
          </a:prstGeom>
        </p:spPr>
      </p:pic>
    </p:spTree>
    <p:extLst>
      <p:ext uri="{BB962C8B-B14F-4D97-AF65-F5344CB8AC3E}">
        <p14:creationId xmlns:p14="http://schemas.microsoft.com/office/powerpoint/2010/main" val="31757729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C1D4E-E524-9E7F-02FE-2D75E4539A37}"/>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86139550-D3E0-B0C8-7F6B-79E4DE10FF7C}"/>
              </a:ext>
            </a:extLst>
          </p:cNvPr>
          <p:cNvSpPr/>
          <p:nvPr/>
        </p:nvSpPr>
        <p:spPr>
          <a:xfrm>
            <a:off x="0" y="0"/>
            <a:ext cx="12192000" cy="37992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Set end/set start</a:t>
            </a:r>
            <a:endParaRPr lang="en-GB" dirty="0"/>
          </a:p>
        </p:txBody>
      </p:sp>
      <p:pic>
        <p:nvPicPr>
          <p:cNvPr id="7" name="Picture 6" descr="A screenshot of a computer&#10;&#10;AI-generated content may be incorrect.">
            <a:extLst>
              <a:ext uri="{FF2B5EF4-FFF2-40B4-BE49-F238E27FC236}">
                <a16:creationId xmlns:a16="http://schemas.microsoft.com/office/drawing/2014/main" id="{AD040083-6C77-68D9-08E5-ADB3CC231ED8}"/>
              </a:ext>
            </a:extLst>
          </p:cNvPr>
          <p:cNvPicPr>
            <a:picLocks noChangeAspect="1"/>
          </p:cNvPicPr>
          <p:nvPr/>
        </p:nvPicPr>
        <p:blipFill>
          <a:blip r:embed="rId3"/>
          <a:stretch>
            <a:fillRect/>
          </a:stretch>
        </p:blipFill>
        <p:spPr>
          <a:xfrm>
            <a:off x="6529346" y="2518474"/>
            <a:ext cx="3793055" cy="2792896"/>
          </a:xfrm>
          <a:prstGeom prst="rect">
            <a:avLst/>
          </a:prstGeom>
        </p:spPr>
      </p:pic>
      <p:pic>
        <p:nvPicPr>
          <p:cNvPr id="10" name="Picture 9" descr="Screens screenshot of a game&#10;&#10;AI-generated content may be incorrect.">
            <a:extLst>
              <a:ext uri="{FF2B5EF4-FFF2-40B4-BE49-F238E27FC236}">
                <a16:creationId xmlns:a16="http://schemas.microsoft.com/office/drawing/2014/main" id="{D7819C20-4E8A-60D0-0BDF-1C2CA8B16700}"/>
              </a:ext>
            </a:extLst>
          </p:cNvPr>
          <p:cNvPicPr>
            <a:picLocks noChangeAspect="1"/>
          </p:cNvPicPr>
          <p:nvPr/>
        </p:nvPicPr>
        <p:blipFill>
          <a:blip r:embed="rId4"/>
          <a:stretch>
            <a:fillRect/>
          </a:stretch>
        </p:blipFill>
        <p:spPr>
          <a:xfrm>
            <a:off x="437360" y="480249"/>
            <a:ext cx="5658640" cy="6315956"/>
          </a:xfrm>
          <a:prstGeom prst="rect">
            <a:avLst/>
          </a:prstGeom>
        </p:spPr>
      </p:pic>
    </p:spTree>
    <p:extLst>
      <p:ext uri="{BB962C8B-B14F-4D97-AF65-F5344CB8AC3E}">
        <p14:creationId xmlns:p14="http://schemas.microsoft.com/office/powerpoint/2010/main" val="41275592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DD00F3-D953-998A-C84F-BFD575FBFC54}"/>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86FC396B-C761-7883-A379-C79EFE7A8C68}"/>
              </a:ext>
            </a:extLst>
          </p:cNvPr>
          <p:cNvSpPr/>
          <p:nvPr/>
        </p:nvSpPr>
        <p:spPr>
          <a:xfrm>
            <a:off x="0" y="0"/>
            <a:ext cx="12192000" cy="37992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eScoresheet</a:t>
            </a:r>
            <a:endParaRPr lang="en-GB" dirty="0"/>
          </a:p>
        </p:txBody>
      </p:sp>
      <p:pic>
        <p:nvPicPr>
          <p:cNvPr id="6" name="Picture 5" descr="A screenshot of a computer&#10;&#10;AI-generated content may be incorrect.">
            <a:extLst>
              <a:ext uri="{FF2B5EF4-FFF2-40B4-BE49-F238E27FC236}">
                <a16:creationId xmlns:a16="http://schemas.microsoft.com/office/drawing/2014/main" id="{A208AB98-15D2-9232-241E-EE66E8728E79}"/>
              </a:ext>
            </a:extLst>
          </p:cNvPr>
          <p:cNvPicPr>
            <a:picLocks noChangeAspect="1"/>
          </p:cNvPicPr>
          <p:nvPr/>
        </p:nvPicPr>
        <p:blipFill>
          <a:blip r:embed="rId3"/>
          <a:stretch>
            <a:fillRect/>
          </a:stretch>
        </p:blipFill>
        <p:spPr>
          <a:xfrm>
            <a:off x="0" y="1090165"/>
            <a:ext cx="12192000" cy="4677670"/>
          </a:xfrm>
          <a:prstGeom prst="rect">
            <a:avLst/>
          </a:prstGeom>
        </p:spPr>
      </p:pic>
      <p:sp>
        <p:nvSpPr>
          <p:cNvPr id="9" name="Rectangle 8">
            <a:extLst>
              <a:ext uri="{FF2B5EF4-FFF2-40B4-BE49-F238E27FC236}">
                <a16:creationId xmlns:a16="http://schemas.microsoft.com/office/drawing/2014/main" id="{9A14993C-B751-D306-4C35-B4BCEE542AF8}"/>
              </a:ext>
            </a:extLst>
          </p:cNvPr>
          <p:cNvSpPr/>
          <p:nvPr/>
        </p:nvSpPr>
        <p:spPr>
          <a:xfrm>
            <a:off x="9260238" y="821411"/>
            <a:ext cx="2185261" cy="3138407"/>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4" name="Picture 13" descr="A close-up of a document&#10;&#10;AI-generated content may be incorrect.">
            <a:extLst>
              <a:ext uri="{FF2B5EF4-FFF2-40B4-BE49-F238E27FC236}">
                <a16:creationId xmlns:a16="http://schemas.microsoft.com/office/drawing/2014/main" id="{CD4A8978-B741-CA98-8E9F-3C3110E09059}"/>
              </a:ext>
            </a:extLst>
          </p:cNvPr>
          <p:cNvPicPr>
            <a:picLocks noChangeAspect="1"/>
          </p:cNvPicPr>
          <p:nvPr/>
        </p:nvPicPr>
        <p:blipFill>
          <a:blip r:embed="rId4"/>
          <a:stretch>
            <a:fillRect/>
          </a:stretch>
        </p:blipFill>
        <p:spPr>
          <a:xfrm>
            <a:off x="1146874" y="994319"/>
            <a:ext cx="8003394" cy="5584711"/>
          </a:xfrm>
          <a:prstGeom prst="rect">
            <a:avLst/>
          </a:prstGeom>
        </p:spPr>
      </p:pic>
      <p:sp>
        <p:nvSpPr>
          <p:cNvPr id="15" name="TextBox 14">
            <a:extLst>
              <a:ext uri="{FF2B5EF4-FFF2-40B4-BE49-F238E27FC236}">
                <a16:creationId xmlns:a16="http://schemas.microsoft.com/office/drawing/2014/main" id="{A646AB4D-336E-35E8-BA18-27CA8359FC51}"/>
              </a:ext>
            </a:extLst>
          </p:cNvPr>
          <p:cNvSpPr txBox="1"/>
          <p:nvPr/>
        </p:nvSpPr>
        <p:spPr>
          <a:xfrm>
            <a:off x="4726983" y="379927"/>
            <a:ext cx="4533255" cy="646331"/>
          </a:xfrm>
          <a:prstGeom prst="rect">
            <a:avLst/>
          </a:prstGeom>
          <a:noFill/>
        </p:spPr>
        <p:txBody>
          <a:bodyPr wrap="square" rtlCol="0">
            <a:spAutoFit/>
          </a:bodyPr>
          <a:lstStyle/>
          <a:p>
            <a:r>
              <a:rPr lang="en-US" dirty="0"/>
              <a:t>Opens in a new page, can be looked at any time</a:t>
            </a:r>
            <a:endParaRPr lang="en-GB" dirty="0"/>
          </a:p>
        </p:txBody>
      </p:sp>
    </p:spTree>
    <p:extLst>
      <p:ext uri="{BB962C8B-B14F-4D97-AF65-F5344CB8AC3E}">
        <p14:creationId xmlns:p14="http://schemas.microsoft.com/office/powerpoint/2010/main" val="3098774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8E65F5-9A21-285A-F0C6-BB02A37746FB}"/>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2E792C06-77DC-8887-EB39-EC469E8837EF}"/>
              </a:ext>
            </a:extLst>
          </p:cNvPr>
          <p:cNvSpPr/>
          <p:nvPr/>
        </p:nvSpPr>
        <p:spPr>
          <a:xfrm>
            <a:off x="0" y="0"/>
            <a:ext cx="12192000" cy="37992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Set 5</a:t>
            </a:r>
            <a:endParaRPr lang="en-GB" dirty="0"/>
          </a:p>
        </p:txBody>
      </p:sp>
      <p:pic>
        <p:nvPicPr>
          <p:cNvPr id="3" name="Picture 2" descr="A screenshot of a computer&#10;&#10;AI-generated content may be incorrect.">
            <a:extLst>
              <a:ext uri="{FF2B5EF4-FFF2-40B4-BE49-F238E27FC236}">
                <a16:creationId xmlns:a16="http://schemas.microsoft.com/office/drawing/2014/main" id="{A0CB6E8B-0370-D960-EA83-101417CA8CEB}"/>
              </a:ext>
            </a:extLst>
          </p:cNvPr>
          <p:cNvPicPr>
            <a:picLocks noChangeAspect="1"/>
          </p:cNvPicPr>
          <p:nvPr/>
        </p:nvPicPr>
        <p:blipFill>
          <a:blip r:embed="rId3"/>
          <a:stretch>
            <a:fillRect/>
          </a:stretch>
        </p:blipFill>
        <p:spPr>
          <a:xfrm>
            <a:off x="634274" y="1216617"/>
            <a:ext cx="6513635" cy="4920712"/>
          </a:xfrm>
          <a:prstGeom prst="rect">
            <a:avLst/>
          </a:prstGeom>
        </p:spPr>
      </p:pic>
      <p:sp>
        <p:nvSpPr>
          <p:cNvPr id="4" name="Rectangle 3">
            <a:extLst>
              <a:ext uri="{FF2B5EF4-FFF2-40B4-BE49-F238E27FC236}">
                <a16:creationId xmlns:a16="http://schemas.microsoft.com/office/drawing/2014/main" id="{C2B27667-DD8A-4EC3-A73E-B8433513EB98}"/>
              </a:ext>
            </a:extLst>
          </p:cNvPr>
          <p:cNvSpPr/>
          <p:nvPr/>
        </p:nvSpPr>
        <p:spPr>
          <a:xfrm>
            <a:off x="2355742" y="3223647"/>
            <a:ext cx="2975675" cy="1976034"/>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5" name="Straight Arrow Connector 4">
            <a:extLst>
              <a:ext uri="{FF2B5EF4-FFF2-40B4-BE49-F238E27FC236}">
                <a16:creationId xmlns:a16="http://schemas.microsoft.com/office/drawing/2014/main" id="{EB342AEC-695A-49B7-E1DF-231C6F145BAE}"/>
              </a:ext>
            </a:extLst>
          </p:cNvPr>
          <p:cNvCxnSpPr>
            <a:cxnSpLocks/>
            <a:endCxn id="7" idx="1"/>
          </p:cNvCxnSpPr>
          <p:nvPr/>
        </p:nvCxnSpPr>
        <p:spPr>
          <a:xfrm flipV="1">
            <a:off x="5354664" y="4218340"/>
            <a:ext cx="2859437" cy="13493"/>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7" name="Rectangle 6">
            <a:extLst>
              <a:ext uri="{FF2B5EF4-FFF2-40B4-BE49-F238E27FC236}">
                <a16:creationId xmlns:a16="http://schemas.microsoft.com/office/drawing/2014/main" id="{F290CE48-3599-786E-4CF7-AF90339A6EC4}"/>
              </a:ext>
            </a:extLst>
          </p:cNvPr>
          <p:cNvSpPr/>
          <p:nvPr/>
        </p:nvSpPr>
        <p:spPr>
          <a:xfrm>
            <a:off x="8214101" y="3531466"/>
            <a:ext cx="3933763" cy="137374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Set 5 coin toss -&gt; MUST BE CONFIMED</a:t>
            </a:r>
            <a:endParaRPr lang="en-GB" dirty="0"/>
          </a:p>
        </p:txBody>
      </p:sp>
    </p:spTree>
    <p:extLst>
      <p:ext uri="{BB962C8B-B14F-4D97-AF65-F5344CB8AC3E}">
        <p14:creationId xmlns:p14="http://schemas.microsoft.com/office/powerpoint/2010/main" val="29208335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2EA557-32D4-A4E5-DE55-7C8C3A17573E}"/>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E5275F84-F8B0-3D26-5811-A225FE68D383}"/>
              </a:ext>
            </a:extLst>
          </p:cNvPr>
          <p:cNvSpPr/>
          <p:nvPr/>
        </p:nvSpPr>
        <p:spPr>
          <a:xfrm>
            <a:off x="0" y="0"/>
            <a:ext cx="12192000" cy="37992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Set 5</a:t>
            </a:r>
            <a:endParaRPr lang="en-GB" dirty="0"/>
          </a:p>
        </p:txBody>
      </p:sp>
      <p:pic>
        <p:nvPicPr>
          <p:cNvPr id="6" name="Picture 5" descr="A screenshot of a video game&#10;&#10;AI-generated content may be incorrect.">
            <a:extLst>
              <a:ext uri="{FF2B5EF4-FFF2-40B4-BE49-F238E27FC236}">
                <a16:creationId xmlns:a16="http://schemas.microsoft.com/office/drawing/2014/main" id="{59B0A71E-EDC3-0561-9D0E-AEEADC53BBDA}"/>
              </a:ext>
            </a:extLst>
          </p:cNvPr>
          <p:cNvPicPr>
            <a:picLocks noChangeAspect="1"/>
          </p:cNvPicPr>
          <p:nvPr/>
        </p:nvPicPr>
        <p:blipFill>
          <a:blip r:embed="rId3"/>
          <a:stretch>
            <a:fillRect/>
          </a:stretch>
        </p:blipFill>
        <p:spPr>
          <a:xfrm>
            <a:off x="1379349" y="1242871"/>
            <a:ext cx="8819530" cy="5235202"/>
          </a:xfrm>
          <a:prstGeom prst="rect">
            <a:avLst/>
          </a:prstGeom>
        </p:spPr>
      </p:pic>
    </p:spTree>
    <p:extLst>
      <p:ext uri="{BB962C8B-B14F-4D97-AF65-F5344CB8AC3E}">
        <p14:creationId xmlns:p14="http://schemas.microsoft.com/office/powerpoint/2010/main" val="6485017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AE218C-C800-01D1-AC2A-8C108B48D85B}"/>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DA47B67B-0DAC-3010-90DD-36FE8F19AB38}"/>
              </a:ext>
            </a:extLst>
          </p:cNvPr>
          <p:cNvSpPr/>
          <p:nvPr/>
        </p:nvSpPr>
        <p:spPr>
          <a:xfrm>
            <a:off x="0" y="0"/>
            <a:ext cx="12192000" cy="37992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Match end</a:t>
            </a:r>
            <a:endParaRPr lang="en-GB" dirty="0"/>
          </a:p>
        </p:txBody>
      </p:sp>
      <p:pic>
        <p:nvPicPr>
          <p:cNvPr id="3" name="Picture 2" descr="A screen shot of a game&#10;&#10;AI-generated content may be incorrect.">
            <a:extLst>
              <a:ext uri="{FF2B5EF4-FFF2-40B4-BE49-F238E27FC236}">
                <a16:creationId xmlns:a16="http://schemas.microsoft.com/office/drawing/2014/main" id="{662BE9F9-E88D-B348-3291-82530A2F69E6}"/>
              </a:ext>
            </a:extLst>
          </p:cNvPr>
          <p:cNvPicPr>
            <a:picLocks noChangeAspect="1"/>
          </p:cNvPicPr>
          <p:nvPr/>
        </p:nvPicPr>
        <p:blipFill>
          <a:blip r:embed="rId3"/>
          <a:stretch>
            <a:fillRect/>
          </a:stretch>
        </p:blipFill>
        <p:spPr>
          <a:xfrm>
            <a:off x="3293553" y="513465"/>
            <a:ext cx="5744377" cy="6344535"/>
          </a:xfrm>
          <a:prstGeom prst="rect">
            <a:avLst/>
          </a:prstGeom>
        </p:spPr>
      </p:pic>
    </p:spTree>
    <p:extLst>
      <p:ext uri="{BB962C8B-B14F-4D97-AF65-F5344CB8AC3E}">
        <p14:creationId xmlns:p14="http://schemas.microsoft.com/office/powerpoint/2010/main" val="30100289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787524-1DA4-3F2D-4FCB-1DB1B43B4BBF}"/>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D821C78C-BEE3-E7D9-F712-C235205FBA9E}"/>
              </a:ext>
            </a:extLst>
          </p:cNvPr>
          <p:cNvSpPr/>
          <p:nvPr/>
        </p:nvSpPr>
        <p:spPr>
          <a:xfrm>
            <a:off x="0" y="0"/>
            <a:ext cx="12192000" cy="37992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Match end</a:t>
            </a:r>
            <a:endParaRPr lang="en-GB" dirty="0"/>
          </a:p>
        </p:txBody>
      </p:sp>
      <p:pic>
        <p:nvPicPr>
          <p:cNvPr id="4" name="Picture 3" descr="A screenshot of a sports match&#10;&#10;AI-generated content may be incorrect.">
            <a:extLst>
              <a:ext uri="{FF2B5EF4-FFF2-40B4-BE49-F238E27FC236}">
                <a16:creationId xmlns:a16="http://schemas.microsoft.com/office/drawing/2014/main" id="{03966163-E358-9B9D-A3B7-7133BC74CE05}"/>
              </a:ext>
            </a:extLst>
          </p:cNvPr>
          <p:cNvPicPr>
            <a:picLocks noChangeAspect="1"/>
          </p:cNvPicPr>
          <p:nvPr/>
        </p:nvPicPr>
        <p:blipFill>
          <a:blip r:embed="rId3"/>
          <a:stretch>
            <a:fillRect/>
          </a:stretch>
        </p:blipFill>
        <p:spPr>
          <a:xfrm>
            <a:off x="286720" y="654308"/>
            <a:ext cx="4463512" cy="3723509"/>
          </a:xfrm>
          <a:prstGeom prst="rect">
            <a:avLst/>
          </a:prstGeom>
        </p:spPr>
      </p:pic>
      <p:pic>
        <p:nvPicPr>
          <p:cNvPr id="6" name="Picture 5" descr="Screens screenshot of a computer&#10;&#10;AI-generated content may be incorrect.">
            <a:extLst>
              <a:ext uri="{FF2B5EF4-FFF2-40B4-BE49-F238E27FC236}">
                <a16:creationId xmlns:a16="http://schemas.microsoft.com/office/drawing/2014/main" id="{D594F3F0-517C-5EDD-FE48-CBC93EFE4303}"/>
              </a:ext>
            </a:extLst>
          </p:cNvPr>
          <p:cNvPicPr>
            <a:picLocks noChangeAspect="1"/>
          </p:cNvPicPr>
          <p:nvPr/>
        </p:nvPicPr>
        <p:blipFill>
          <a:blip r:embed="rId4"/>
          <a:stretch>
            <a:fillRect/>
          </a:stretch>
        </p:blipFill>
        <p:spPr>
          <a:xfrm>
            <a:off x="6772486" y="561226"/>
            <a:ext cx="5083716" cy="4390482"/>
          </a:xfrm>
          <a:prstGeom prst="rect">
            <a:avLst/>
          </a:prstGeom>
        </p:spPr>
      </p:pic>
      <p:sp>
        <p:nvSpPr>
          <p:cNvPr id="7" name="Rectangle 6">
            <a:extLst>
              <a:ext uri="{FF2B5EF4-FFF2-40B4-BE49-F238E27FC236}">
                <a16:creationId xmlns:a16="http://schemas.microsoft.com/office/drawing/2014/main" id="{1E9FA3DD-6EE4-2402-BD00-415317512D6E}"/>
              </a:ext>
            </a:extLst>
          </p:cNvPr>
          <p:cNvSpPr/>
          <p:nvPr/>
        </p:nvSpPr>
        <p:spPr>
          <a:xfrm>
            <a:off x="472698" y="3332136"/>
            <a:ext cx="4161295" cy="976393"/>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5AF0CFAC-DE12-43F6-5328-ED4CBCA41A8D}"/>
              </a:ext>
            </a:extLst>
          </p:cNvPr>
          <p:cNvSpPr/>
          <p:nvPr/>
        </p:nvSpPr>
        <p:spPr>
          <a:xfrm>
            <a:off x="6888997" y="3820331"/>
            <a:ext cx="4894880" cy="1131377"/>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9" name="Straight Arrow Connector 8">
            <a:extLst>
              <a:ext uri="{FF2B5EF4-FFF2-40B4-BE49-F238E27FC236}">
                <a16:creationId xmlns:a16="http://schemas.microsoft.com/office/drawing/2014/main" id="{6456E35A-D0CA-D776-5BB0-B9F24702C55B}"/>
              </a:ext>
            </a:extLst>
          </p:cNvPr>
          <p:cNvCxnSpPr>
            <a:cxnSpLocks/>
            <a:stCxn id="7" idx="2"/>
            <a:endCxn id="10" idx="0"/>
          </p:cNvCxnSpPr>
          <p:nvPr/>
        </p:nvCxnSpPr>
        <p:spPr>
          <a:xfrm>
            <a:off x="2553346" y="4308529"/>
            <a:ext cx="565689" cy="712921"/>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FBAB086B-B334-0937-2BA4-9ED4328C770F}"/>
              </a:ext>
            </a:extLst>
          </p:cNvPr>
          <p:cNvSpPr/>
          <p:nvPr/>
        </p:nvSpPr>
        <p:spPr>
          <a:xfrm>
            <a:off x="1487837" y="5021450"/>
            <a:ext cx="3262395" cy="137374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Captains sign first -&gt; until then no other signature possible</a:t>
            </a:r>
            <a:endParaRPr lang="en-GB" dirty="0"/>
          </a:p>
        </p:txBody>
      </p:sp>
      <p:cxnSp>
        <p:nvCxnSpPr>
          <p:cNvPr id="17" name="Straight Arrow Connector 16">
            <a:extLst>
              <a:ext uri="{FF2B5EF4-FFF2-40B4-BE49-F238E27FC236}">
                <a16:creationId xmlns:a16="http://schemas.microsoft.com/office/drawing/2014/main" id="{40810DA0-3E83-E35A-4595-5DECD180FE76}"/>
              </a:ext>
            </a:extLst>
          </p:cNvPr>
          <p:cNvCxnSpPr>
            <a:cxnSpLocks/>
            <a:stCxn id="8" idx="2"/>
          </p:cNvCxnSpPr>
          <p:nvPr/>
        </p:nvCxnSpPr>
        <p:spPr>
          <a:xfrm>
            <a:off x="9336437" y="4951708"/>
            <a:ext cx="249265" cy="293449"/>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18" name="Rectangle 17">
            <a:extLst>
              <a:ext uri="{FF2B5EF4-FFF2-40B4-BE49-F238E27FC236}">
                <a16:creationId xmlns:a16="http://schemas.microsoft.com/office/drawing/2014/main" id="{4B1CD44E-F866-1EC5-1D64-F68DB4EB350A}"/>
              </a:ext>
            </a:extLst>
          </p:cNvPr>
          <p:cNvSpPr/>
          <p:nvPr/>
        </p:nvSpPr>
        <p:spPr>
          <a:xfrm>
            <a:off x="7618820" y="5245157"/>
            <a:ext cx="3933763" cy="137374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Edit or add remarks if needed</a:t>
            </a:r>
            <a:endParaRPr lang="en-GB" dirty="0"/>
          </a:p>
        </p:txBody>
      </p:sp>
    </p:spTree>
    <p:extLst>
      <p:ext uri="{BB962C8B-B14F-4D97-AF65-F5344CB8AC3E}">
        <p14:creationId xmlns:p14="http://schemas.microsoft.com/office/powerpoint/2010/main" val="39613280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3B6979-E8C5-885F-4AC6-288CE40143C2}"/>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30343191-2020-FA50-565B-700E5AB86306}"/>
              </a:ext>
            </a:extLst>
          </p:cNvPr>
          <p:cNvSpPr/>
          <p:nvPr/>
        </p:nvSpPr>
        <p:spPr>
          <a:xfrm>
            <a:off x="0" y="0"/>
            <a:ext cx="12192000" cy="37992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Match end</a:t>
            </a:r>
            <a:endParaRPr lang="en-GB" dirty="0"/>
          </a:p>
        </p:txBody>
      </p:sp>
      <p:pic>
        <p:nvPicPr>
          <p:cNvPr id="4" name="Picture 3" descr="A screenshot of a sports match&#10;&#10;AI-generated content may be incorrect.">
            <a:extLst>
              <a:ext uri="{FF2B5EF4-FFF2-40B4-BE49-F238E27FC236}">
                <a16:creationId xmlns:a16="http://schemas.microsoft.com/office/drawing/2014/main" id="{BEAA41AA-A2C6-4BDC-E53F-A53A27E32570}"/>
              </a:ext>
            </a:extLst>
          </p:cNvPr>
          <p:cNvPicPr>
            <a:picLocks noChangeAspect="1"/>
          </p:cNvPicPr>
          <p:nvPr/>
        </p:nvPicPr>
        <p:blipFill>
          <a:blip r:embed="rId3"/>
          <a:stretch>
            <a:fillRect/>
          </a:stretch>
        </p:blipFill>
        <p:spPr>
          <a:xfrm>
            <a:off x="286720" y="654308"/>
            <a:ext cx="4463512" cy="3723509"/>
          </a:xfrm>
          <a:prstGeom prst="rect">
            <a:avLst/>
          </a:prstGeom>
        </p:spPr>
      </p:pic>
      <p:pic>
        <p:nvPicPr>
          <p:cNvPr id="6" name="Picture 5" descr="Screens screenshot of a computer&#10;&#10;AI-generated content may be incorrect.">
            <a:extLst>
              <a:ext uri="{FF2B5EF4-FFF2-40B4-BE49-F238E27FC236}">
                <a16:creationId xmlns:a16="http://schemas.microsoft.com/office/drawing/2014/main" id="{063FF6B7-048E-75B7-94B9-5A7D039F4EF0}"/>
              </a:ext>
            </a:extLst>
          </p:cNvPr>
          <p:cNvPicPr>
            <a:picLocks noChangeAspect="1"/>
          </p:cNvPicPr>
          <p:nvPr/>
        </p:nvPicPr>
        <p:blipFill>
          <a:blip r:embed="rId4"/>
          <a:stretch>
            <a:fillRect/>
          </a:stretch>
        </p:blipFill>
        <p:spPr>
          <a:xfrm>
            <a:off x="6772486" y="561226"/>
            <a:ext cx="5083716" cy="4390482"/>
          </a:xfrm>
          <a:prstGeom prst="rect">
            <a:avLst/>
          </a:prstGeom>
        </p:spPr>
      </p:pic>
      <p:sp>
        <p:nvSpPr>
          <p:cNvPr id="7" name="Rectangle 6">
            <a:extLst>
              <a:ext uri="{FF2B5EF4-FFF2-40B4-BE49-F238E27FC236}">
                <a16:creationId xmlns:a16="http://schemas.microsoft.com/office/drawing/2014/main" id="{E3DE9F72-84CD-1B5D-3A22-E125D7324610}"/>
              </a:ext>
            </a:extLst>
          </p:cNvPr>
          <p:cNvSpPr/>
          <p:nvPr/>
        </p:nvSpPr>
        <p:spPr>
          <a:xfrm>
            <a:off x="472698" y="3332136"/>
            <a:ext cx="4161295" cy="976393"/>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B382FD57-81CF-3E5F-A3F6-7EF7272E5E6D}"/>
              </a:ext>
            </a:extLst>
          </p:cNvPr>
          <p:cNvSpPr/>
          <p:nvPr/>
        </p:nvSpPr>
        <p:spPr>
          <a:xfrm>
            <a:off x="6888997" y="3820331"/>
            <a:ext cx="4894880" cy="1131377"/>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9" name="Straight Arrow Connector 8">
            <a:extLst>
              <a:ext uri="{FF2B5EF4-FFF2-40B4-BE49-F238E27FC236}">
                <a16:creationId xmlns:a16="http://schemas.microsoft.com/office/drawing/2014/main" id="{09A4ACEE-1074-F18F-AE6C-130DAF95189F}"/>
              </a:ext>
            </a:extLst>
          </p:cNvPr>
          <p:cNvCxnSpPr>
            <a:cxnSpLocks/>
            <a:stCxn id="7" idx="2"/>
            <a:endCxn id="10" idx="0"/>
          </p:cNvCxnSpPr>
          <p:nvPr/>
        </p:nvCxnSpPr>
        <p:spPr>
          <a:xfrm>
            <a:off x="2553346" y="4308529"/>
            <a:ext cx="565689" cy="712921"/>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44DA2892-C0A0-D240-49A7-4CF7890E6AA8}"/>
              </a:ext>
            </a:extLst>
          </p:cNvPr>
          <p:cNvSpPr/>
          <p:nvPr/>
        </p:nvSpPr>
        <p:spPr>
          <a:xfrm>
            <a:off x="1487837" y="5021450"/>
            <a:ext cx="3262395" cy="137374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Captains sign first -&gt; until then no other signature possible</a:t>
            </a:r>
            <a:endParaRPr lang="en-GB" dirty="0"/>
          </a:p>
        </p:txBody>
      </p:sp>
      <p:cxnSp>
        <p:nvCxnSpPr>
          <p:cNvPr id="17" name="Straight Arrow Connector 16">
            <a:extLst>
              <a:ext uri="{FF2B5EF4-FFF2-40B4-BE49-F238E27FC236}">
                <a16:creationId xmlns:a16="http://schemas.microsoft.com/office/drawing/2014/main" id="{B2888706-0792-8671-A5D8-FD753497E529}"/>
              </a:ext>
            </a:extLst>
          </p:cNvPr>
          <p:cNvCxnSpPr>
            <a:cxnSpLocks/>
            <a:stCxn id="8" idx="2"/>
          </p:cNvCxnSpPr>
          <p:nvPr/>
        </p:nvCxnSpPr>
        <p:spPr>
          <a:xfrm>
            <a:off x="9336437" y="4951708"/>
            <a:ext cx="249265" cy="293449"/>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18" name="Rectangle 17">
            <a:extLst>
              <a:ext uri="{FF2B5EF4-FFF2-40B4-BE49-F238E27FC236}">
                <a16:creationId xmlns:a16="http://schemas.microsoft.com/office/drawing/2014/main" id="{B3D4807A-DDDB-63C8-C55D-E204CABCC56E}"/>
              </a:ext>
            </a:extLst>
          </p:cNvPr>
          <p:cNvSpPr/>
          <p:nvPr/>
        </p:nvSpPr>
        <p:spPr>
          <a:xfrm>
            <a:off x="7618820" y="5245157"/>
            <a:ext cx="3933763" cy="137374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Edit or add remarks if needed</a:t>
            </a:r>
            <a:endParaRPr lang="en-GB" dirty="0"/>
          </a:p>
        </p:txBody>
      </p:sp>
    </p:spTree>
    <p:extLst>
      <p:ext uri="{BB962C8B-B14F-4D97-AF65-F5344CB8AC3E}">
        <p14:creationId xmlns:p14="http://schemas.microsoft.com/office/powerpoint/2010/main" val="50058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2B9356-C2BC-D986-D961-AF43A8041730}"/>
            </a:ext>
          </a:extLst>
        </p:cNvPr>
        <p:cNvGrpSpPr/>
        <p:nvPr/>
      </p:nvGrpSpPr>
      <p:grpSpPr>
        <a:xfrm>
          <a:off x="0" y="0"/>
          <a:ext cx="0" cy="0"/>
          <a:chOff x="0" y="0"/>
          <a:chExt cx="0" cy="0"/>
        </a:xfrm>
      </p:grpSpPr>
      <p:pic>
        <p:nvPicPr>
          <p:cNvPr id="3" name="Picture 2" descr="A screenshot of a computer&#10;&#10;AI-generated content may be incorrect.">
            <a:extLst>
              <a:ext uri="{FF2B5EF4-FFF2-40B4-BE49-F238E27FC236}">
                <a16:creationId xmlns:a16="http://schemas.microsoft.com/office/drawing/2014/main" id="{6058AB6C-18FA-EA16-2B9B-BFF57A64633E}"/>
              </a:ext>
            </a:extLst>
          </p:cNvPr>
          <p:cNvPicPr>
            <a:picLocks noChangeAspect="1"/>
          </p:cNvPicPr>
          <p:nvPr/>
        </p:nvPicPr>
        <p:blipFill>
          <a:blip r:embed="rId3"/>
          <a:stretch>
            <a:fillRect/>
          </a:stretch>
        </p:blipFill>
        <p:spPr>
          <a:xfrm>
            <a:off x="1038398" y="531718"/>
            <a:ext cx="4264606" cy="5794563"/>
          </a:xfrm>
          <a:prstGeom prst="rect">
            <a:avLst/>
          </a:prstGeom>
        </p:spPr>
      </p:pic>
      <p:sp>
        <p:nvSpPr>
          <p:cNvPr id="12" name="Rectangle 11">
            <a:extLst>
              <a:ext uri="{FF2B5EF4-FFF2-40B4-BE49-F238E27FC236}">
                <a16:creationId xmlns:a16="http://schemas.microsoft.com/office/drawing/2014/main" id="{FC623AA5-43B1-2D00-FBD4-4CBAC67EAB04}"/>
              </a:ext>
            </a:extLst>
          </p:cNvPr>
          <p:cNvSpPr/>
          <p:nvPr/>
        </p:nvSpPr>
        <p:spPr>
          <a:xfrm>
            <a:off x="0" y="0"/>
            <a:ext cx="12192000" cy="37992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Match end</a:t>
            </a:r>
            <a:endParaRPr lang="en-GB" dirty="0"/>
          </a:p>
        </p:txBody>
      </p:sp>
      <p:sp>
        <p:nvSpPr>
          <p:cNvPr id="8" name="Rectangle 7">
            <a:extLst>
              <a:ext uri="{FF2B5EF4-FFF2-40B4-BE49-F238E27FC236}">
                <a16:creationId xmlns:a16="http://schemas.microsoft.com/office/drawing/2014/main" id="{22420EED-14C7-B3F1-A276-3A1D547B6E57}"/>
              </a:ext>
            </a:extLst>
          </p:cNvPr>
          <p:cNvSpPr/>
          <p:nvPr/>
        </p:nvSpPr>
        <p:spPr>
          <a:xfrm>
            <a:off x="821411" y="5324466"/>
            <a:ext cx="4894880" cy="1131377"/>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7" name="Straight Arrow Connector 16">
            <a:extLst>
              <a:ext uri="{FF2B5EF4-FFF2-40B4-BE49-F238E27FC236}">
                <a16:creationId xmlns:a16="http://schemas.microsoft.com/office/drawing/2014/main" id="{B1BA2332-B969-FD2A-19E1-6D929F218A51}"/>
              </a:ext>
            </a:extLst>
          </p:cNvPr>
          <p:cNvCxnSpPr>
            <a:cxnSpLocks/>
            <a:stCxn id="8" idx="3"/>
            <a:endCxn id="18" idx="1"/>
          </p:cNvCxnSpPr>
          <p:nvPr/>
        </p:nvCxnSpPr>
        <p:spPr>
          <a:xfrm>
            <a:off x="5716291" y="5890155"/>
            <a:ext cx="1902529" cy="41876"/>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18" name="Rectangle 17">
            <a:extLst>
              <a:ext uri="{FF2B5EF4-FFF2-40B4-BE49-F238E27FC236}">
                <a16:creationId xmlns:a16="http://schemas.microsoft.com/office/drawing/2014/main" id="{153EFA33-6034-525E-81BF-6416D91CEB34}"/>
              </a:ext>
            </a:extLst>
          </p:cNvPr>
          <p:cNvSpPr/>
          <p:nvPr/>
        </p:nvSpPr>
        <p:spPr>
          <a:xfrm>
            <a:off x="7618820" y="5245157"/>
            <a:ext cx="3933763" cy="137374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Ass scorer (if present) signs first, then scorer, then 2R (if present), then 1R</a:t>
            </a:r>
            <a:endParaRPr lang="en-GB" dirty="0"/>
          </a:p>
        </p:txBody>
      </p:sp>
    </p:spTree>
    <p:extLst>
      <p:ext uri="{BB962C8B-B14F-4D97-AF65-F5344CB8AC3E}">
        <p14:creationId xmlns:p14="http://schemas.microsoft.com/office/powerpoint/2010/main" val="23500593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EDAC85-43D2-462E-0525-1DD2B2B2877F}"/>
            </a:ext>
          </a:extLst>
        </p:cNvPr>
        <p:cNvGrpSpPr/>
        <p:nvPr/>
      </p:nvGrpSpPr>
      <p:grpSpPr>
        <a:xfrm>
          <a:off x="0" y="0"/>
          <a:ext cx="0" cy="0"/>
          <a:chOff x="0" y="0"/>
          <a:chExt cx="0" cy="0"/>
        </a:xfrm>
      </p:grpSpPr>
      <p:pic>
        <p:nvPicPr>
          <p:cNvPr id="5" name="Picture 4" descr="A screenshot of a computer&#10;&#10;AI-generated content may be incorrect.">
            <a:extLst>
              <a:ext uri="{FF2B5EF4-FFF2-40B4-BE49-F238E27FC236}">
                <a16:creationId xmlns:a16="http://schemas.microsoft.com/office/drawing/2014/main" id="{CFB19D5E-CD1C-2B5B-2A77-50A4FF57087F}"/>
              </a:ext>
            </a:extLst>
          </p:cNvPr>
          <p:cNvPicPr>
            <a:picLocks noChangeAspect="1"/>
          </p:cNvPicPr>
          <p:nvPr/>
        </p:nvPicPr>
        <p:blipFill>
          <a:blip r:embed="rId3"/>
          <a:stretch>
            <a:fillRect/>
          </a:stretch>
        </p:blipFill>
        <p:spPr>
          <a:xfrm>
            <a:off x="617576" y="784449"/>
            <a:ext cx="10631384" cy="4201111"/>
          </a:xfrm>
          <a:prstGeom prst="rect">
            <a:avLst/>
          </a:prstGeom>
        </p:spPr>
      </p:pic>
      <p:sp>
        <p:nvSpPr>
          <p:cNvPr id="12" name="Rectangle 11">
            <a:extLst>
              <a:ext uri="{FF2B5EF4-FFF2-40B4-BE49-F238E27FC236}">
                <a16:creationId xmlns:a16="http://schemas.microsoft.com/office/drawing/2014/main" id="{335CE6B1-A1D3-31BC-73C8-35C231A99D2D}"/>
              </a:ext>
            </a:extLst>
          </p:cNvPr>
          <p:cNvSpPr/>
          <p:nvPr/>
        </p:nvSpPr>
        <p:spPr>
          <a:xfrm>
            <a:off x="0" y="0"/>
            <a:ext cx="12192000" cy="37992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Match end</a:t>
            </a:r>
            <a:endParaRPr lang="en-GB" dirty="0"/>
          </a:p>
        </p:txBody>
      </p:sp>
      <p:sp>
        <p:nvSpPr>
          <p:cNvPr id="8" name="Rectangle 7">
            <a:extLst>
              <a:ext uri="{FF2B5EF4-FFF2-40B4-BE49-F238E27FC236}">
                <a16:creationId xmlns:a16="http://schemas.microsoft.com/office/drawing/2014/main" id="{4A04A686-F693-9339-96DC-A3CA05FC5C59}"/>
              </a:ext>
            </a:extLst>
          </p:cNvPr>
          <p:cNvSpPr/>
          <p:nvPr/>
        </p:nvSpPr>
        <p:spPr>
          <a:xfrm>
            <a:off x="943040" y="3697144"/>
            <a:ext cx="5152959" cy="1131377"/>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7" name="Straight Arrow Connector 16">
            <a:extLst>
              <a:ext uri="{FF2B5EF4-FFF2-40B4-BE49-F238E27FC236}">
                <a16:creationId xmlns:a16="http://schemas.microsoft.com/office/drawing/2014/main" id="{AEF6E1B9-D601-16A2-96CC-D767EC92B846}"/>
              </a:ext>
            </a:extLst>
          </p:cNvPr>
          <p:cNvCxnSpPr>
            <a:cxnSpLocks/>
            <a:stCxn id="8" idx="2"/>
            <a:endCxn id="18" idx="0"/>
          </p:cNvCxnSpPr>
          <p:nvPr/>
        </p:nvCxnSpPr>
        <p:spPr>
          <a:xfrm>
            <a:off x="3519520" y="4828521"/>
            <a:ext cx="184575" cy="463131"/>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18" name="Rectangle 17">
            <a:extLst>
              <a:ext uri="{FF2B5EF4-FFF2-40B4-BE49-F238E27FC236}">
                <a16:creationId xmlns:a16="http://schemas.microsoft.com/office/drawing/2014/main" id="{AD35C15A-48E6-6B04-5A2E-C4939B9CBA89}"/>
              </a:ext>
            </a:extLst>
          </p:cNvPr>
          <p:cNvSpPr/>
          <p:nvPr/>
        </p:nvSpPr>
        <p:spPr>
          <a:xfrm>
            <a:off x="1737213" y="5291652"/>
            <a:ext cx="3933763" cy="137374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Approve the match, sets it final, uploads to cloud (if online) and downloads scoresheet and match data</a:t>
            </a:r>
            <a:endParaRPr lang="en-GB" dirty="0"/>
          </a:p>
        </p:txBody>
      </p:sp>
      <p:sp>
        <p:nvSpPr>
          <p:cNvPr id="14" name="Rectangle 13">
            <a:extLst>
              <a:ext uri="{FF2B5EF4-FFF2-40B4-BE49-F238E27FC236}">
                <a16:creationId xmlns:a16="http://schemas.microsoft.com/office/drawing/2014/main" id="{BC6349C4-A281-C914-4FD2-8CE8BB6803FB}"/>
              </a:ext>
            </a:extLst>
          </p:cNvPr>
          <p:cNvSpPr/>
          <p:nvPr/>
        </p:nvSpPr>
        <p:spPr>
          <a:xfrm>
            <a:off x="5933268" y="5291652"/>
            <a:ext cx="3933763" cy="137374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Reopens the last set if needed (also in case of manual adjustments)</a:t>
            </a:r>
            <a:endParaRPr lang="en-GB" dirty="0"/>
          </a:p>
        </p:txBody>
      </p:sp>
      <p:cxnSp>
        <p:nvCxnSpPr>
          <p:cNvPr id="15" name="Straight Arrow Connector 14">
            <a:extLst>
              <a:ext uri="{FF2B5EF4-FFF2-40B4-BE49-F238E27FC236}">
                <a16:creationId xmlns:a16="http://schemas.microsoft.com/office/drawing/2014/main" id="{DF429829-2DAA-9B30-17D3-5C5FD9CA776A}"/>
              </a:ext>
            </a:extLst>
          </p:cNvPr>
          <p:cNvCxnSpPr>
            <a:cxnSpLocks/>
          </p:cNvCxnSpPr>
          <p:nvPr/>
        </p:nvCxnSpPr>
        <p:spPr>
          <a:xfrm>
            <a:off x="7317782" y="4828520"/>
            <a:ext cx="560524" cy="504388"/>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19" name="Rectangle 18">
            <a:extLst>
              <a:ext uri="{FF2B5EF4-FFF2-40B4-BE49-F238E27FC236}">
                <a16:creationId xmlns:a16="http://schemas.microsoft.com/office/drawing/2014/main" id="{BC3A0FC0-D7A4-40D4-A21A-F82F133282FE}"/>
              </a:ext>
            </a:extLst>
          </p:cNvPr>
          <p:cNvSpPr/>
          <p:nvPr/>
        </p:nvSpPr>
        <p:spPr>
          <a:xfrm>
            <a:off x="6095999" y="3697143"/>
            <a:ext cx="2443567" cy="1131377"/>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7281448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B59939-5ABA-09FB-2312-ADE8650D6E8D}"/>
            </a:ext>
          </a:extLst>
        </p:cNvPr>
        <p:cNvGrpSpPr/>
        <p:nvPr/>
      </p:nvGrpSpPr>
      <p:grpSpPr>
        <a:xfrm>
          <a:off x="0" y="0"/>
          <a:ext cx="0" cy="0"/>
          <a:chOff x="0" y="0"/>
          <a:chExt cx="0" cy="0"/>
        </a:xfrm>
      </p:grpSpPr>
      <p:pic>
        <p:nvPicPr>
          <p:cNvPr id="3" name="Picture 2" descr="A screenshot of a computer&#10;&#10;AI-generated content may be incorrect.">
            <a:extLst>
              <a:ext uri="{FF2B5EF4-FFF2-40B4-BE49-F238E27FC236}">
                <a16:creationId xmlns:a16="http://schemas.microsoft.com/office/drawing/2014/main" id="{71C1DACF-461E-CF76-17E0-7EA871C2DE99}"/>
              </a:ext>
            </a:extLst>
          </p:cNvPr>
          <p:cNvPicPr>
            <a:picLocks noChangeAspect="1"/>
          </p:cNvPicPr>
          <p:nvPr/>
        </p:nvPicPr>
        <p:blipFill>
          <a:blip r:embed="rId3"/>
          <a:stretch>
            <a:fillRect/>
          </a:stretch>
        </p:blipFill>
        <p:spPr>
          <a:xfrm>
            <a:off x="3061079" y="1119581"/>
            <a:ext cx="5744377" cy="2886478"/>
          </a:xfrm>
          <a:prstGeom prst="rect">
            <a:avLst/>
          </a:prstGeom>
        </p:spPr>
      </p:pic>
      <p:sp>
        <p:nvSpPr>
          <p:cNvPr id="12" name="Rectangle 11">
            <a:extLst>
              <a:ext uri="{FF2B5EF4-FFF2-40B4-BE49-F238E27FC236}">
                <a16:creationId xmlns:a16="http://schemas.microsoft.com/office/drawing/2014/main" id="{F2C461E9-CA47-7232-AB71-576B14C400CD}"/>
              </a:ext>
            </a:extLst>
          </p:cNvPr>
          <p:cNvSpPr/>
          <p:nvPr/>
        </p:nvSpPr>
        <p:spPr>
          <a:xfrm>
            <a:off x="0" y="0"/>
            <a:ext cx="12192000" cy="37992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Match end</a:t>
            </a:r>
            <a:endParaRPr lang="en-GB" dirty="0"/>
          </a:p>
        </p:txBody>
      </p:sp>
      <p:sp>
        <p:nvSpPr>
          <p:cNvPr id="8" name="Rectangle 7">
            <a:extLst>
              <a:ext uri="{FF2B5EF4-FFF2-40B4-BE49-F238E27FC236}">
                <a16:creationId xmlns:a16="http://schemas.microsoft.com/office/drawing/2014/main" id="{27A7A43F-654D-ED4D-8C4D-EFDF5528FBB7}"/>
              </a:ext>
            </a:extLst>
          </p:cNvPr>
          <p:cNvSpPr/>
          <p:nvPr/>
        </p:nvSpPr>
        <p:spPr>
          <a:xfrm>
            <a:off x="3153905" y="2704455"/>
            <a:ext cx="2779363" cy="929898"/>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7" name="Straight Arrow Connector 16">
            <a:extLst>
              <a:ext uri="{FF2B5EF4-FFF2-40B4-BE49-F238E27FC236}">
                <a16:creationId xmlns:a16="http://schemas.microsoft.com/office/drawing/2014/main" id="{3558992C-F3E0-114C-7D33-91D8CEE72D3C}"/>
              </a:ext>
            </a:extLst>
          </p:cNvPr>
          <p:cNvCxnSpPr>
            <a:cxnSpLocks/>
            <a:stCxn id="8" idx="2"/>
            <a:endCxn id="18" idx="0"/>
          </p:cNvCxnSpPr>
          <p:nvPr/>
        </p:nvCxnSpPr>
        <p:spPr>
          <a:xfrm flipH="1">
            <a:off x="3704095" y="3634353"/>
            <a:ext cx="839492" cy="1657299"/>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18" name="Rectangle 17">
            <a:extLst>
              <a:ext uri="{FF2B5EF4-FFF2-40B4-BE49-F238E27FC236}">
                <a16:creationId xmlns:a16="http://schemas.microsoft.com/office/drawing/2014/main" id="{ABF17062-99C0-EE58-2292-7389AFC9EA68}"/>
              </a:ext>
            </a:extLst>
          </p:cNvPr>
          <p:cNvSpPr/>
          <p:nvPr/>
        </p:nvSpPr>
        <p:spPr>
          <a:xfrm>
            <a:off x="1737213" y="5291652"/>
            <a:ext cx="3933763" cy="137374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Closes the match </a:t>
            </a:r>
            <a:r>
              <a:rPr lang="en-US" dirty="0" err="1"/>
              <a:t>definetely</a:t>
            </a:r>
            <a:endParaRPr lang="en-GB" dirty="0"/>
          </a:p>
        </p:txBody>
      </p:sp>
      <p:sp>
        <p:nvSpPr>
          <p:cNvPr id="14" name="Rectangle 13">
            <a:extLst>
              <a:ext uri="{FF2B5EF4-FFF2-40B4-BE49-F238E27FC236}">
                <a16:creationId xmlns:a16="http://schemas.microsoft.com/office/drawing/2014/main" id="{BBDB3C68-C2FB-3EB5-B93B-F6360A9E9FFF}"/>
              </a:ext>
            </a:extLst>
          </p:cNvPr>
          <p:cNvSpPr/>
          <p:nvPr/>
        </p:nvSpPr>
        <p:spPr>
          <a:xfrm>
            <a:off x="5933268" y="5291652"/>
            <a:ext cx="3933763" cy="137374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Changes data IN CASE OF EXTREME CIRCUMSTANCES</a:t>
            </a:r>
            <a:endParaRPr lang="en-GB" dirty="0"/>
          </a:p>
        </p:txBody>
      </p:sp>
      <p:cxnSp>
        <p:nvCxnSpPr>
          <p:cNvPr id="15" name="Straight Arrow Connector 14">
            <a:extLst>
              <a:ext uri="{FF2B5EF4-FFF2-40B4-BE49-F238E27FC236}">
                <a16:creationId xmlns:a16="http://schemas.microsoft.com/office/drawing/2014/main" id="{8672240D-77F2-774E-2C72-487CD0DB223E}"/>
              </a:ext>
            </a:extLst>
          </p:cNvPr>
          <p:cNvCxnSpPr>
            <a:cxnSpLocks/>
          </p:cNvCxnSpPr>
          <p:nvPr/>
        </p:nvCxnSpPr>
        <p:spPr>
          <a:xfrm>
            <a:off x="7384942" y="3913322"/>
            <a:ext cx="495834" cy="1466485"/>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19" name="Rectangle 18">
            <a:extLst>
              <a:ext uri="{FF2B5EF4-FFF2-40B4-BE49-F238E27FC236}">
                <a16:creationId xmlns:a16="http://schemas.microsoft.com/office/drawing/2014/main" id="{626A4D83-05F2-B25F-AF97-A3E48E988EFC}"/>
              </a:ext>
            </a:extLst>
          </p:cNvPr>
          <p:cNvSpPr/>
          <p:nvPr/>
        </p:nvSpPr>
        <p:spPr>
          <a:xfrm>
            <a:off x="6076463" y="2704455"/>
            <a:ext cx="2443567" cy="1131377"/>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8313856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616</Words>
  <Application>Microsoft Office PowerPoint</Application>
  <PresentationFormat>Widescreen</PresentationFormat>
  <Paragraphs>102</Paragraphs>
  <Slides>30</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Aptos</vt:lpstr>
      <vt:lpstr>Aptos Display</vt:lpstr>
      <vt:lpstr>Arial</vt:lpstr>
      <vt:lpstr>Office Theme</vt:lpstr>
      <vt:lpstr>Openvolley eScoresheet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Luca Canepa</dc:creator>
  <cp:lastModifiedBy>Luca Canepa</cp:lastModifiedBy>
  <cp:revision>1</cp:revision>
  <dcterms:created xsi:type="dcterms:W3CDTF">2026-01-15T09:35:33Z</dcterms:created>
  <dcterms:modified xsi:type="dcterms:W3CDTF">2026-01-15T11:13:23Z</dcterms:modified>
</cp:coreProperties>
</file>